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64C"/>
    <a:srgbClr val="3F5573"/>
    <a:srgbClr val="2C354E"/>
    <a:srgbClr val="424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8"/>
    <p:restoredTop sz="94721"/>
  </p:normalViewPr>
  <p:slideViewPr>
    <p:cSldViewPr snapToGrid="0">
      <p:cViewPr varScale="1">
        <p:scale>
          <a:sx n="91" d="100"/>
          <a:sy n="91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tableStyles" Target="tableStyles.xml"/><Relationship Id="rId36" Type="http://schemas.openxmlformats.org/officeDocument/2006/relationships/theme" Target="theme/theme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oud van twee">
  <p:cSld name="3_Inhoud van twee 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7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7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7"/>
          <p:cNvSpPr txBox="1">
            <a:spLocks noGrp="1"/>
          </p:cNvSpPr>
          <p:nvPr>
            <p:ph type="body" idx="1"/>
          </p:nvPr>
        </p:nvSpPr>
        <p:spPr>
          <a:xfrm>
            <a:off x="716051" y="1219781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97"/>
          <p:cNvSpPr txBox="1">
            <a:spLocks noGrp="1"/>
          </p:cNvSpPr>
          <p:nvPr>
            <p:ph type="title"/>
          </p:nvPr>
        </p:nvSpPr>
        <p:spPr>
          <a:xfrm>
            <a:off x="716052" y="364534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7858"/>
              </a:buClr>
              <a:buSzPts val="1600"/>
              <a:buFont typeface="Avenir"/>
              <a:buNone/>
              <a:defRPr sz="143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7"/>
          <p:cNvSpPr txBox="1">
            <a:spLocks noGrp="1"/>
          </p:cNvSpPr>
          <p:nvPr>
            <p:ph type="body" idx="2"/>
          </p:nvPr>
        </p:nvSpPr>
        <p:spPr>
          <a:xfrm>
            <a:off x="716052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1789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97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285;p13">
            <a:extLst>
              <a:ext uri="{FF2B5EF4-FFF2-40B4-BE49-F238E27FC236}">
                <a16:creationId xmlns:a16="http://schemas.microsoft.com/office/drawing/2014/main" id="{405FF54C-2279-0DD4-0CB5-9393159B3504}"/>
              </a:ext>
            </a:extLst>
          </p:cNvPr>
          <p:cNvSpPr txBox="1">
            <a:spLocks/>
          </p:cNvSpPr>
          <p:nvPr/>
        </p:nvSpPr>
        <p:spPr>
          <a:xfrm>
            <a:off x="658758" y="1388252"/>
            <a:ext cx="9133828" cy="54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dirty="0" err="1">
                <a:solidFill>
                  <a:srgbClr val="3F5573"/>
                </a:solidFill>
                <a:latin typeface="Avenir Book" charset="0"/>
              </a:rPr>
              <a:t>PHsentenceone</a:t>
            </a:r>
            <a:r>
              <a:rPr lang="nl-NL" sz="1400" dirty="0">
                <a:solidFill>
                  <a:srgbClr val="3F5573"/>
                </a:solidFill>
                <a:latin typeface="Avenir Book" charset="0"/>
              </a:rPr>
              <a:t>:</a:t>
            </a:r>
          </a:p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dirty="0" err="1">
                <a:solidFill>
                  <a:srgbClr val="3F5573"/>
                </a:solidFill>
                <a:latin typeface="Avenir Book" charset="0"/>
              </a:rPr>
              <a:t>enumerationtrendscontents</a:t>
            </a:r>
            <a:endParaRPr lang="nl-NL" sz="1400" dirty="0">
              <a:solidFill>
                <a:srgbClr val="3F5573"/>
              </a:solidFill>
              <a:latin typeface="Avenir Book" charset="0"/>
            </a:endParaRPr>
          </a:p>
          <a:p>
            <a:pPr marL="0" indent="0">
              <a:spcBef>
                <a:spcPts val="0"/>
              </a:spcBef>
              <a:buClr>
                <a:srgbClr val="EE7444"/>
              </a:buClr>
            </a:pPr>
            <a:endParaRPr lang="nl-NL" sz="1400" dirty="0">
              <a:solidFill>
                <a:srgbClr val="3F5573"/>
              </a:solidFill>
              <a:latin typeface="Avenir Book" panose="02000503020000020003" pitchFamily="2" charset="0"/>
            </a:endParaRPr>
          </a:p>
        </p:txBody>
      </p:sp>
      <p:sp>
        <p:nvSpPr>
          <p:cNvPr id="2" name="Tijdelijke aanduiding voor dianummer 2">
            <a:extLst>
              <a:ext uri="{FF2B5EF4-FFF2-40B4-BE49-F238E27FC236}">
                <a16:creationId xmlns:a16="http://schemas.microsoft.com/office/drawing/2014/main" id="{4ACD3569-F5C6-4CEB-895F-FF4FD697B5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7333" y="7106754"/>
            <a:ext cx="2429947" cy="408230"/>
          </a:xfrm>
        </p:spPr>
        <p:txBody>
          <a:bodyPr/>
          <a:lstStyle/>
          <a:p>
            <a:pPr marL="0" marR="0" lvl="0" indent="0" algn="r" defTabSz="9968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42475B"/>
                </a:solidFill>
                <a:effectLst/>
                <a:uLnTx/>
                <a:uFillTx/>
                <a:latin typeface="Avenir Book" panose="02000503020000020003" pitchFamily="2" charset="0"/>
                <a:sym typeface="Avenir"/>
              </a:rPr>
              <a:pPr marL="0" marR="0" lvl="0" indent="0" algn="r" defTabSz="9968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</a:t>
            </a:fld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42475B"/>
              </a:solidFill>
              <a:effectLst/>
              <a:uLnTx/>
              <a:uFillTx/>
              <a:latin typeface="Avenir Book" panose="02000503020000020003" pitchFamily="2" charset="0"/>
              <a:sym typeface="Avenir"/>
            </a:endParaRPr>
          </a:p>
        </p:txBody>
      </p:sp>
      <p:sp>
        <p:nvSpPr>
          <p:cNvPr id="11" name="Google Shape;1286;p13">
            <a:extLst>
              <a:ext uri="{FF2B5EF4-FFF2-40B4-BE49-F238E27FC236}">
                <a16:creationId xmlns:a16="http://schemas.microsoft.com/office/drawing/2014/main" id="{8A9AA408-3092-53E7-A750-E766C49E0F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58" y="492857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pPr algn="l"/>
            <a:r>
              <a:rPr lang="en-GB" sz="1400" b="0" spc="292" dirty="0" err="1">
                <a:solidFill>
                  <a:srgbClr val="EE7444"/>
                </a:solidFill>
                <a:latin typeface="Avenir Book" panose="02000503020000020003" pitchFamily="2" charset="0"/>
              </a:rPr>
              <a:t>PHuppertitle</a:t>
            </a:r>
            <a:endParaRPr lang="en-GB" sz="1400" b="0" spc="292" dirty="0">
              <a:solidFill>
                <a:srgbClr val="EE7444"/>
              </a:solidFill>
              <a:latin typeface="Avenir Book" panose="02000503020000020003" pitchFamily="2" charset="0"/>
            </a:endParaRPr>
          </a:p>
        </p:txBody>
      </p:sp>
      <p:sp>
        <p:nvSpPr>
          <p:cNvPr id="12" name="Google Shape;1287;p13">
            <a:extLst>
              <a:ext uri="{FF2B5EF4-FFF2-40B4-BE49-F238E27FC236}">
                <a16:creationId xmlns:a16="http://schemas.microsoft.com/office/drawing/2014/main" id="{DEAEFC20-4927-9566-BC20-44946A20B48F}"/>
              </a:ext>
            </a:extLst>
          </p:cNvPr>
          <p:cNvSpPr txBox="1">
            <a:spLocks/>
          </p:cNvSpPr>
          <p:nvPr/>
        </p:nvSpPr>
        <p:spPr>
          <a:xfrm>
            <a:off x="658757" y="799118"/>
            <a:ext cx="8971308" cy="74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96879">
              <a:defRPr/>
            </a:pPr>
            <a:r>
              <a:rPr lang="en-GB" sz="1800" b="1" dirty="0" err="1">
                <a:solidFill>
                  <a:srgbClr val="3F5573"/>
                </a:solidFill>
                <a:latin typeface="Avenir Book" panose="02000503020000020003" pitchFamily="2" charset="0"/>
                <a:ea typeface="Avenir Next" charset="0"/>
                <a:cs typeface="Avenir Next" charset="0"/>
              </a:rPr>
              <a:t>PHtitle</a:t>
            </a:r>
            <a:endParaRPr lang="en-GB" sz="1800" b="1" dirty="0">
              <a:solidFill>
                <a:srgbClr val="3F5573"/>
              </a:solidFill>
              <a:latin typeface="Avenir Book" panose="02000503020000020003" pitchFamily="2" charset="0"/>
              <a:ea typeface="Avenir Next" charset="0"/>
              <a:cs typeface="Avenir Next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C6017C0A-88F0-412F-9BAA-71D595B73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</Words>
  <Application>Microsoft Office PowerPoint</Application>
  <PresentationFormat>Aangepast</PresentationFormat>
  <Paragraphs>5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PHuppertitle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27</cp:revision>
  <dcterms:created xsi:type="dcterms:W3CDTF">2019-10-18T11:39:41Z</dcterms:created>
  <dcterms:modified xsi:type="dcterms:W3CDTF">2024-09-24T08:17:40Z</dcterms:modified>
</cp:coreProperties>
</file>