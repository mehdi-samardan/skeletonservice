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autoCompressPictures="0">
  <p:sldMasterIdLst>
    <p:sldMasterId id="2147483708" r:id="rId1"/>
  </p:sldMasterIdLst>
  <p:notesMasterIdLst>
    <p:notesMasterId r:id="rId3"/>
  </p:notesMasterIdLst>
  <p:sldIdLst>
    <p:sldId id="388" r:id="rId2"/>
  </p:sldIdLst>
  <p:sldSz cx="10799763" cy="7667625"/>
  <p:notesSz cx="6858000" cy="9144000"/>
  <p:embeddedFontLst>
    <p:embeddedFont>
      <p:font typeface="Avenir" panose="020B0503020203020204" pitchFamily="2" charset="0"/>
      <p:regular r:id="rId4"/>
      <p:italic r:id="rId5"/>
    </p:embeddedFont>
    <p:embeddedFont>
      <p:font typeface="Avenir Book" panose="02000503020000020003" pitchFamily="2" charset="0"/>
      <p:regular r:id="rId6"/>
      <p: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hDNQeF+ChRt0HZWKPCYyCtbgBC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42475B"/>
    <a:srgbClr val="3F5573"/>
    <a:srgbClr val="FFA501"/>
    <a:srgbClr val="FF8D02"/>
    <a:srgbClr val="7CAE3E"/>
    <a:srgbClr val="99CD5A"/>
    <a:srgbClr val="3C3950"/>
    <a:srgbClr val="FF0000"/>
    <a:srgbClr val="FFC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Stijl, thema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jl, gemiddeld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409" autoAdjust="0"/>
    <p:restoredTop sz="94822"/>
  </p:normalViewPr>
  <p:slideViewPr>
    <p:cSldViewPr snapToGrid="0" snapToObjects="1">
      <p:cViewPr varScale="1">
        <p:scale>
          <a:sx n="91" d="100"/>
          <a:sy n="91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font" Target="fonts/font4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font" Target="fonts/font2.fntdata"/><Relationship Id="rId65" Type="http://customschemas.google.com/relationships/presentationmetadata" Target="metadata"/><Relationship Id="rId4" Type="http://schemas.openxmlformats.org/officeDocument/2006/relationships/font" Target="fonts/font1.fntdata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111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67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6_Titeldia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8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9" y="1007566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639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2" y="6872711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28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1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5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8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7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47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2_Inhoud van twe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6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96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6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06" name="Google Shape;106;p96"/>
          <p:cNvSpPr txBox="1">
            <a:spLocks noGrp="1"/>
          </p:cNvSpPr>
          <p:nvPr>
            <p:ph type="body" idx="1"/>
          </p:nvPr>
        </p:nvSpPr>
        <p:spPr>
          <a:xfrm>
            <a:off x="716050" y="1219782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0753" lvl="0" indent="-225377" algn="l">
              <a:lnSpc>
                <a:spcPct val="15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34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2pPr>
            <a:lvl3pPr marL="1352260" lvl="2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3pPr>
            <a:lvl4pPr marL="1803014" lvl="3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4pPr>
            <a:lvl5pPr marL="2253767" lvl="4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96"/>
          <p:cNvSpPr txBox="1">
            <a:spLocks noGrp="1"/>
          </p:cNvSpPr>
          <p:nvPr>
            <p:ph type="title"/>
          </p:nvPr>
        </p:nvSpPr>
        <p:spPr>
          <a:xfrm>
            <a:off x="716049" y="364535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1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6"/>
          <p:cNvSpPr txBox="1">
            <a:spLocks noGrp="1"/>
          </p:cNvSpPr>
          <p:nvPr>
            <p:ph type="body" idx="2"/>
          </p:nvPr>
        </p:nvSpPr>
        <p:spPr>
          <a:xfrm>
            <a:off x="716049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0753" lvl="0" indent="-225377" algn="l">
              <a:lnSpc>
                <a:spcPct val="9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64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52260" lvl="2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03014" lvl="3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53767" lvl="4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54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3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9019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79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4"/>
          <p:cNvSpPr txBox="1">
            <a:spLocks noGrp="1"/>
          </p:cNvSpPr>
          <p:nvPr>
            <p:ph type="sldNum" idx="12"/>
          </p:nvPr>
        </p:nvSpPr>
        <p:spPr>
          <a:xfrm>
            <a:off x="7595974" y="7060676"/>
            <a:ext cx="2395737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fld id="{00000000-1234-1234-1234-123412341234}" type="slidenum">
              <a:rPr lang="nl-NL"/>
              <a:pPr/>
              <a:t>0</a:t>
            </a:fld>
            <a:endParaRPr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6182171-292A-0937-A162-C07DC89DA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8000"/>
            <a:ext cx="357146" cy="316561"/>
          </a:xfrm>
          <a:prstGeom prst="rect">
            <a:avLst/>
          </a:prstGeom>
        </p:spPr>
      </p:pic>
      <p:cxnSp>
        <p:nvCxnSpPr>
          <p:cNvPr id="9" name="Google Shape;1280;p3">
            <a:extLst>
              <a:ext uri="{FF2B5EF4-FFF2-40B4-BE49-F238E27FC236}">
                <a16:creationId xmlns:a16="http://schemas.microsoft.com/office/drawing/2014/main" id="{89B6FC37-C9FD-A368-B1EA-12B72D488E4A}"/>
              </a:ext>
            </a:extLst>
          </p:cNvPr>
          <p:cNvCxnSpPr/>
          <p:nvPr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19050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285;p13">
            <a:extLst>
              <a:ext uri="{FF2B5EF4-FFF2-40B4-BE49-F238E27FC236}">
                <a16:creationId xmlns:a16="http://schemas.microsoft.com/office/drawing/2014/main" id="{E8DF7D63-BA8C-25BA-A4BE-1A35F9FF5FCA}"/>
              </a:ext>
            </a:extLst>
          </p:cNvPr>
          <p:cNvSpPr txBox="1">
            <a:spLocks/>
          </p:cNvSpPr>
          <p:nvPr/>
        </p:nvSpPr>
        <p:spPr>
          <a:xfrm>
            <a:off x="658758" y="1389600"/>
            <a:ext cx="4741123" cy="55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b="1" dirty="0">
                <a:solidFill>
                  <a:srgbClr val="39364C"/>
                </a:solidFill>
                <a:latin typeface="Avenir Book" charset="0"/>
              </a:rPr>
              <a:t>&lt;Doel klant&gt;</a:t>
            </a: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&lt;Info klant&gt;</a:t>
            </a: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b="1" dirty="0" err="1">
                <a:solidFill>
                  <a:srgbClr val="39364C"/>
                </a:solidFill>
                <a:latin typeface="Avenir Book" charset="0"/>
              </a:rPr>
              <a:t>PHsubtitleone</a:t>
            </a:r>
            <a:br>
              <a:rPr lang="nl-NL" sz="1400" dirty="0">
                <a:solidFill>
                  <a:srgbClr val="39364C"/>
                </a:solidFill>
                <a:latin typeface="Avenir Book" charset="0"/>
              </a:rPr>
            </a:b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PHmaintextone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</p:txBody>
      </p:sp>
      <p:sp>
        <p:nvSpPr>
          <p:cNvPr id="8" name="Google Shape;1287;p13">
            <a:extLst>
              <a:ext uri="{FF2B5EF4-FFF2-40B4-BE49-F238E27FC236}">
                <a16:creationId xmlns:a16="http://schemas.microsoft.com/office/drawing/2014/main" id="{A7189BED-CA7C-6880-BB93-97B080E4D402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6804683" cy="3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8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 sz="1800">
                <a:solidFill>
                  <a:srgbClr val="3F5573"/>
                </a:solidFill>
                <a:latin typeface="Avenir Book" panose="02000503020000020003" pitchFamily="2" charset="0"/>
              </a:rPr>
              <a:t>PHtitle</a:t>
            </a:r>
            <a:endParaRPr lang="nl-NL" sz="1951" dirty="0">
              <a:solidFill>
                <a:srgbClr val="3F5573"/>
              </a:solidFill>
              <a:latin typeface="Avenir Book" panose="02000503020000020003" pitchFamily="2" charset="0"/>
            </a:endParaRPr>
          </a:p>
        </p:txBody>
      </p:sp>
      <p:sp>
        <p:nvSpPr>
          <p:cNvPr id="10" name="Google Shape;1285;p13">
            <a:extLst>
              <a:ext uri="{FF2B5EF4-FFF2-40B4-BE49-F238E27FC236}">
                <a16:creationId xmlns:a16="http://schemas.microsoft.com/office/drawing/2014/main" id="{AD04BA9A-2A32-2230-9B9A-389BEA35787C}"/>
              </a:ext>
            </a:extLst>
          </p:cNvPr>
          <p:cNvSpPr txBox="1">
            <a:spLocks/>
          </p:cNvSpPr>
          <p:nvPr/>
        </p:nvSpPr>
        <p:spPr>
          <a:xfrm>
            <a:off x="5386664" y="1389600"/>
            <a:ext cx="4741123" cy="55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b="1" dirty="0" err="1">
                <a:solidFill>
                  <a:srgbClr val="39364C"/>
                </a:solidFill>
                <a:latin typeface="Avenir Book" charset="0"/>
              </a:rPr>
              <a:t>PHsubtitletwo</a:t>
            </a:r>
            <a:br>
              <a:rPr lang="nl-NL" sz="1400" b="1" dirty="0">
                <a:solidFill>
                  <a:srgbClr val="39364C"/>
                </a:solidFill>
                <a:latin typeface="Avenir Book" charset="0"/>
              </a:rPr>
            </a:b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PHmaintexttwo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PHmaintextthree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02895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11194</TotalTime>
  <Words>17</Words>
  <Application>Microsoft Office PowerPoint</Application>
  <PresentationFormat>Aangepast</PresentationFormat>
  <Paragraphs>9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Avenir</vt:lpstr>
      <vt:lpstr>Arial</vt:lpstr>
      <vt:lpstr>Calibri</vt:lpstr>
      <vt:lpstr>Avenir Book</vt:lpstr>
      <vt:lpstr>1_Kantoorthema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MKG | KTO</dc:title>
  <dc:subject>Customer satisfaction research</dc:subject>
  <dc:creator>AlphaRainbow</dc:creator>
  <cp:lastModifiedBy>Marco Strijker</cp:lastModifiedBy>
  <cp:revision>464</cp:revision>
  <dcterms:created xsi:type="dcterms:W3CDTF">2022-12-20T00:00:00Z</dcterms:created>
  <dcterms:modified xsi:type="dcterms:W3CDTF">2024-09-24T09:58:31Z</dcterms:modified>
</cp:coreProperties>
</file>