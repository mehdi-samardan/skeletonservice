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3950"/>
    <a:srgbClr val="374B66"/>
    <a:srgbClr val="2C354E"/>
    <a:srgbClr val="9CD79B"/>
    <a:srgbClr val="FFA601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4"/>
    <p:restoredTop sz="94733"/>
  </p:normalViewPr>
  <p:slideViewPr>
    <p:cSldViewPr snapToGrid="0">
      <p:cViewPr varScale="1">
        <p:scale>
          <a:sx n="61" d="100"/>
          <a:sy n="61" d="100"/>
        </p:scale>
        <p:origin x="3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3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el en object">
  <p:cSld name="10_Titel en 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2"/>
          <p:cNvSpPr/>
          <p:nvPr/>
        </p:nvSpPr>
        <p:spPr>
          <a:xfrm rot="5400000">
            <a:off x="-2150866" y="2150867"/>
            <a:ext cx="7668388" cy="3366655"/>
          </a:xfrm>
          <a:prstGeom prst="rect">
            <a:avLst/>
          </a:prstGeom>
          <a:solidFill>
            <a:srgbClr val="3C395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lang="en-NL"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2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2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2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sp>
        <p:nvSpPr>
          <p:cNvPr id="27" name="Google Shape;27;p92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2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2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92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2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2"/>
          <p:cNvSpPr/>
          <p:nvPr/>
        </p:nvSpPr>
        <p:spPr>
          <a:xfrm>
            <a:off x="2820150" y="773863"/>
            <a:ext cx="939801" cy="939800"/>
          </a:xfrm>
          <a:prstGeom prst="ellipse">
            <a:avLst/>
          </a:prstGeom>
          <a:solidFill>
            <a:srgbClr val="F97146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92"/>
          <p:cNvSpPr txBox="1"/>
          <p:nvPr/>
        </p:nvSpPr>
        <p:spPr>
          <a:xfrm>
            <a:off x="3067798" y="993006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92"/>
          <p:cNvPicPr preferRelativeResize="0"/>
          <p:nvPr/>
        </p:nvPicPr>
        <p:blipFill rotWithShape="1">
          <a:blip r:embed="rId2">
            <a:alphaModFix/>
          </a:blip>
          <a:srcRect l="51674" r="17298"/>
          <a:stretch/>
        </p:blipFill>
        <p:spPr>
          <a:xfrm>
            <a:off x="0" y="-1"/>
            <a:ext cx="3366656" cy="766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92"/>
          <p:cNvSpPr/>
          <p:nvPr/>
        </p:nvSpPr>
        <p:spPr>
          <a:xfrm>
            <a:off x="2820150" y="206291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2"/>
          <p:cNvSpPr/>
          <p:nvPr/>
        </p:nvSpPr>
        <p:spPr>
          <a:xfrm>
            <a:off x="2820150" y="3418638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92"/>
          <p:cNvSpPr/>
          <p:nvPr/>
        </p:nvSpPr>
        <p:spPr>
          <a:xfrm>
            <a:off x="2820150" y="4774363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92"/>
          <p:cNvSpPr txBox="1"/>
          <p:nvPr/>
        </p:nvSpPr>
        <p:spPr>
          <a:xfrm>
            <a:off x="3067798" y="225975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92"/>
          <p:cNvSpPr txBox="1"/>
          <p:nvPr/>
        </p:nvSpPr>
        <p:spPr>
          <a:xfrm>
            <a:off x="3067798" y="362663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2"/>
          <p:cNvSpPr txBox="1"/>
          <p:nvPr/>
        </p:nvSpPr>
        <p:spPr>
          <a:xfrm>
            <a:off x="3051172" y="4990574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2"/>
          <p:cNvSpPr/>
          <p:nvPr/>
        </p:nvSpPr>
        <p:spPr>
          <a:xfrm>
            <a:off x="2820150" y="6166954"/>
            <a:ext cx="939801" cy="939800"/>
          </a:xfrm>
          <a:prstGeom prst="ellipse">
            <a:avLst/>
          </a:prstGeom>
          <a:solidFill>
            <a:srgbClr val="AEABAB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endParaRPr sz="180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92"/>
          <p:cNvSpPr txBox="1"/>
          <p:nvPr/>
        </p:nvSpPr>
        <p:spPr>
          <a:xfrm>
            <a:off x="3067798" y="6383165"/>
            <a:ext cx="4445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nl-NL" sz="3200" b="1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8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nl-NL" sz="1200">
                <a:latin typeface="Avenir Book" panose="02000503020000020003" pitchFamily="2" charset="0"/>
              </a:rPr>
              <a:t>0</a:t>
            </a:fld>
            <a:endParaRPr sz="1200">
              <a:latin typeface="Avenir Book" panose="02000503020000020003" pitchFamily="2" charset="0"/>
            </a:endParaRPr>
          </a:p>
        </p:txBody>
      </p:sp>
      <p:sp>
        <p:nvSpPr>
          <p:cNvPr id="768" name="Google Shape;768;p68"/>
          <p:cNvSpPr txBox="1">
            <a:spLocks noGrp="1"/>
          </p:cNvSpPr>
          <p:nvPr>
            <p:ph type="body" idx="1"/>
          </p:nvPr>
        </p:nvSpPr>
        <p:spPr>
          <a:xfrm>
            <a:off x="4507627" y="106025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PHtitleone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769" name="Google Shape;769;p68"/>
          <p:cNvSpPr txBox="1">
            <a:spLocks noGrp="1"/>
          </p:cNvSpPr>
          <p:nvPr>
            <p:ph type="body" idx="2"/>
          </p:nvPr>
        </p:nvSpPr>
        <p:spPr>
          <a:xfrm>
            <a:off x="4507627" y="2307669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PHtitletwo</a:t>
            </a:r>
            <a:endParaRPr lang="nl-NL"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0" name="Google Shape;770;p68"/>
          <p:cNvSpPr txBox="1">
            <a:spLocks noGrp="1"/>
          </p:cNvSpPr>
          <p:nvPr>
            <p:ph type="body" idx="3"/>
          </p:nvPr>
        </p:nvSpPr>
        <p:spPr>
          <a:xfrm>
            <a:off x="4507627" y="3674551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PHtitlethree</a:t>
            </a:r>
            <a:endParaRPr dirty="0">
              <a:latin typeface="Avenir Book" panose="02000503020000020003" pitchFamily="2" charset="0"/>
            </a:endParaRPr>
          </a:p>
        </p:txBody>
      </p:sp>
      <p:sp>
        <p:nvSpPr>
          <p:cNvPr id="771" name="Google Shape;771;p68"/>
          <p:cNvSpPr txBox="1">
            <a:spLocks noGrp="1"/>
          </p:cNvSpPr>
          <p:nvPr>
            <p:ph type="body" idx="4"/>
          </p:nvPr>
        </p:nvSpPr>
        <p:spPr>
          <a:xfrm>
            <a:off x="4507627" y="5003606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PHtitlefour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sp>
        <p:nvSpPr>
          <p:cNvPr id="772" name="Google Shape;772;p68"/>
          <p:cNvSpPr txBox="1">
            <a:spLocks noGrp="1"/>
          </p:cNvSpPr>
          <p:nvPr>
            <p:ph type="body" idx="5"/>
          </p:nvPr>
        </p:nvSpPr>
        <p:spPr>
          <a:xfrm>
            <a:off x="4507627" y="639619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11113" lvl="0" indent="0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2000"/>
              <a:buNone/>
            </a:pPr>
            <a:r>
              <a:rPr lang="nl-NL" sz="2000" dirty="0" err="1">
                <a:solidFill>
                  <a:srgbClr val="2C354E"/>
                </a:solidFill>
                <a:latin typeface="Avenir Book" panose="02000503020000020003" pitchFamily="2" charset="0"/>
                <a:sym typeface="Avenir"/>
              </a:rPr>
              <a:t>PHtitlefive</a:t>
            </a:r>
            <a:endParaRPr dirty="0">
              <a:solidFill>
                <a:srgbClr val="2C354E"/>
              </a:solidFill>
              <a:latin typeface="Avenir Book" panose="02000503020000020003" pitchFamily="2" charset="0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46D6113-FE0C-86D7-4018-7151C1E89B5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7200" y="7038000"/>
            <a:ext cx="356400" cy="31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6</Words>
  <Application>Microsoft Office PowerPoint</Application>
  <PresentationFormat>Aangepast</PresentationFormat>
  <Paragraphs>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24</cp:revision>
  <dcterms:created xsi:type="dcterms:W3CDTF">2019-10-18T11:39:41Z</dcterms:created>
  <dcterms:modified xsi:type="dcterms:W3CDTF">2025-03-21T11:37:42Z</dcterms:modified>
</cp:coreProperties>
</file>