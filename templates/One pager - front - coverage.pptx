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</p:sldIdLst>
  <p:sldSz cx="6858000" cy="9698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359"/>
    <a:srgbClr val="FFFFFF"/>
    <a:srgbClr val="39364C"/>
    <a:srgbClr val="B4C7E7"/>
    <a:srgbClr val="DEEBF7"/>
    <a:srgbClr val="5F5F5F"/>
    <a:srgbClr val="B0DFE5"/>
    <a:srgbClr val="415573"/>
    <a:srgbClr val="202332"/>
    <a:srgbClr val="009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89" autoAdjust="0"/>
    <p:restoredTop sz="94660"/>
  </p:normalViewPr>
  <p:slideViewPr>
    <p:cSldViewPr snapToGrid="0">
      <p:cViewPr varScale="1">
        <p:scale>
          <a:sx n="64" d="100"/>
          <a:sy n="64" d="100"/>
        </p:scale>
        <p:origin x="197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Response rate</a:t>
            </a:r>
          </a:p>
        </c:rich>
      </c:tx>
      <c:layout>
        <c:manualLayout>
          <c:xMode val="edge"/>
          <c:yMode val="edge"/>
          <c:x val="0.2255964289994154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NL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22-470F-80DB-186E866F9FC5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47E-46B7-B710-31F7D973FCE3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2-470F-80DB-186E866F9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Gross coverage</a:t>
            </a:r>
          </a:p>
        </c:rich>
      </c:tx>
      <c:layout>
        <c:manualLayout>
          <c:xMode val="edge"/>
          <c:yMode val="edge"/>
          <c:x val="0.202419963635456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NL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99-4266-9E19-B1A5B2218D0D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99-4266-9E19-B1A5B2218D0D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9-4266-9E19-B1A5B2218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coverage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c:rich>
      </c:tx>
      <c:layout>
        <c:manualLayout>
          <c:xMode val="edge"/>
          <c:yMode val="edge"/>
          <c:x val="0.24104740590872126"/>
          <c:y val="9.164718863228477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NL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3D-4703-BD27-AFD6549F6F3E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3D-4703-BD27-AFD6549F6F3E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3D-4703-BD27-AFD6549F6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Delivery rate</a:t>
            </a:r>
          </a:p>
        </c:rich>
      </c:tx>
      <c:layout>
        <c:manualLayout>
          <c:xMode val="edge"/>
          <c:yMode val="edge"/>
          <c:x val="0.241047405908721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NL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7AA-4919-9CC7-0BBC415FC70A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7AA-4919-9CC7-0BBC415FC70A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AA-4919-9CC7-0BBC415FC7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746582713945304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B57-4934-B1EC-109CD0E37A52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B57-4934-B1EC-109CD0E37A5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B57-4934-B1EC-109CD0E37A52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B57-4934-B1EC-109CD0E37A52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B57-4934-B1EC-109CD0E37A52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B57-4934-B1EC-109CD0E37A52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57-4934-B1EC-109CD0E37A5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74BA-403F-910F-59FC606763D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BA-403F-910F-59FC606763D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BA-403F-910F-59FC606763D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BA-403F-910F-59FC606763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B57-4934-B1EC-109CD0E37A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62-4DEE-95A5-55B67953B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NL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912-4BEB-8449-C22FD1441D7E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912-4BEB-8449-C22FD1441D7E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912-4BEB-8449-C22FD1441D7E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912-4BEB-8449-C22FD1441D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12-4BEB-8449-C22FD1441D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A9F-4DD7-A5C1-8D259A7175C1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A9F-4DD7-A5C1-8D259A7175C1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A9F-4DD7-A5C1-8D259A7175C1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A9F-4DD7-A5C1-8D259A7175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9F-4DD7-A5C1-8D259A717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1DD-45F3-9814-5E16A728293D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1DD-45F3-9814-5E16A728293D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1DD-45F3-9814-5E16A728293D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1DD-45F3-9814-5E16A72829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D-45F3-9814-5E16A72829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55E8-4A08-894C-DD15BE23D5B3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5E8-4A08-894C-DD15BE23D5B3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55E8-4A08-894C-DD15BE23D5B3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5E8-4A08-894C-DD15BE23D5B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E8-4A08-894C-DD15BE23D5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3703466079363E-2"/>
          <c:y val="2.3872989173038036E-2"/>
          <c:w val="0.95925930678412741"/>
          <c:h val="0.9611519517963497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316767632"/>
        <c:crossesAt val="0.25"/>
        <c:auto val="0"/>
        <c:lblAlgn val="ctr"/>
        <c:lblOffset val="100"/>
        <c:noMultiLvlLbl val="0"/>
      </c:catAx>
      <c:valAx>
        <c:axId val="1316767632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316758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16-4-2024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13" Type="http://schemas.openxmlformats.org/officeDocument/2006/relationships/chart" Target="../charts/chart11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12" Type="http://schemas.openxmlformats.org/officeDocument/2006/relationships/chart" Target="../charts/chart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11" Type="http://schemas.openxmlformats.org/officeDocument/2006/relationships/chart" Target="../charts/chart9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 </a:t>
            </a:r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6" name="Grafiek 5">
            <a:extLst>
              <a:ext uri="{FF2B5EF4-FFF2-40B4-BE49-F238E27FC236}">
                <a16:creationId xmlns:a16="http://schemas.microsoft.com/office/drawing/2014/main" id="{4CCD5B40-A799-4352-9C97-A727DB586A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349181"/>
              </p:ext>
            </p:extLst>
          </p:nvPr>
        </p:nvGraphicFramePr>
        <p:xfrm>
          <a:off x="103368" y="1163069"/>
          <a:ext cx="1643909" cy="1382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kstvak 6">
            <a:extLst>
              <a:ext uri="{FF2B5EF4-FFF2-40B4-BE49-F238E27FC236}">
                <a16:creationId xmlns:a16="http://schemas.microsoft.com/office/drawing/2014/main" id="{33D8309E-9E28-4580-BC80-2DC8DCADD122}"/>
              </a:ext>
            </a:extLst>
          </p:cNvPr>
          <p:cNvSpPr txBox="1"/>
          <p:nvPr/>
        </p:nvSpPr>
        <p:spPr>
          <a:xfrm>
            <a:off x="403124" y="183675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169230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088577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PHZXY</a:t>
            </a:r>
            <a:endParaRPr lang="en-US" sz="11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9860625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22" name="Grafiek 21">
            <a:extLst>
              <a:ext uri="{FF2B5EF4-FFF2-40B4-BE49-F238E27FC236}">
                <a16:creationId xmlns:a16="http://schemas.microsoft.com/office/drawing/2014/main" id="{75370646-B8A1-4A1A-8FEC-CED7CF5B8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6546908"/>
              </p:ext>
            </p:extLst>
          </p:nvPr>
        </p:nvGraphicFramePr>
        <p:xfrm>
          <a:off x="5106446" y="1163068"/>
          <a:ext cx="1643909" cy="1387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EDEA152B-C1AB-4C76-9F19-2ECAE81D7292}"/>
              </a:ext>
            </a:extLst>
          </p:cNvPr>
          <p:cNvSpPr txBox="1"/>
          <p:nvPr/>
        </p:nvSpPr>
        <p:spPr>
          <a:xfrm>
            <a:off x="5406202" y="1839595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65F7CF20-4F6A-46F0-A829-24C5FEACB72D}"/>
              </a:ext>
            </a:extLst>
          </p:cNvPr>
          <p:cNvSpPr txBox="1"/>
          <p:nvPr/>
        </p:nvSpPr>
        <p:spPr>
          <a:xfrm>
            <a:off x="3581573" y="614072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#Customers: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3585330"/>
              </p:ext>
            </p:extLst>
          </p:nvPr>
        </p:nvGraphicFramePr>
        <p:xfrm>
          <a:off x="1823879" y="3908916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graphicFrame>
        <p:nvGraphicFramePr>
          <p:cNvPr id="43" name="Grafiek 42">
            <a:extLst>
              <a:ext uri="{FF2B5EF4-FFF2-40B4-BE49-F238E27FC236}">
                <a16:creationId xmlns:a16="http://schemas.microsoft.com/office/drawing/2014/main" id="{7551BF50-E3DA-4D7A-9A82-7F99273084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4556"/>
              </p:ext>
            </p:extLst>
          </p:nvPr>
        </p:nvGraphicFramePr>
        <p:xfrm>
          <a:off x="1825116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4" name="Grafiek 43">
            <a:extLst>
              <a:ext uri="{FF2B5EF4-FFF2-40B4-BE49-F238E27FC236}">
                <a16:creationId xmlns:a16="http://schemas.microsoft.com/office/drawing/2014/main" id="{C5A3DE29-F231-4949-9D50-9015B991AE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0278063"/>
              </p:ext>
            </p:extLst>
          </p:nvPr>
        </p:nvGraphicFramePr>
        <p:xfrm>
          <a:off x="162095" y="2599125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882687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0124081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48" name="Grafiek 47">
            <a:extLst>
              <a:ext uri="{FF2B5EF4-FFF2-40B4-BE49-F238E27FC236}">
                <a16:creationId xmlns:a16="http://schemas.microsoft.com/office/drawing/2014/main" id="{F9443147-797D-4BC5-9FF6-7AF7C2B796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005730"/>
              </p:ext>
            </p:extLst>
          </p:nvPr>
        </p:nvGraphicFramePr>
        <p:xfrm>
          <a:off x="5169750" y="2599125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253177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Promoter</a:t>
            </a: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 Scores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>
            <a:cxnSpLocks/>
          </p:cNvCxnSpPr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1D681DE5-4E48-4A91-A511-E51127005B20}"/>
              </a:ext>
            </a:extLst>
          </p:cNvPr>
          <p:cNvCxnSpPr>
            <a:cxnSpLocks/>
          </p:cNvCxnSpPr>
          <p:nvPr/>
        </p:nvCxnSpPr>
        <p:spPr>
          <a:xfrm flipH="1" flipV="1">
            <a:off x="5045650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>
            <a:cxnSpLocks/>
          </p:cNvCxnSpPr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>
            <a:cxnSpLocks/>
          </p:cNvCxnSpPr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8994FE7E-72F6-4621-A3AD-7858E4BA9BA9}"/>
              </a:ext>
            </a:extLst>
          </p:cNvPr>
          <p:cNvCxnSpPr>
            <a:cxnSpLocks/>
          </p:cNvCxnSpPr>
          <p:nvPr/>
        </p:nvCxnSpPr>
        <p:spPr>
          <a:xfrm flipH="1" flipV="1">
            <a:off x="1807983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CC8F653C-D38F-A4F7-13ED-4E741ABE32AD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80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12064</TotalTime>
  <Words>62</Words>
  <Application>Microsoft Office PowerPoint</Application>
  <PresentationFormat>Aangepast</PresentationFormat>
  <Paragraphs>47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Marco Strijker</dc:creator>
  <cp:lastModifiedBy>Marco Strijker</cp:lastModifiedBy>
  <cp:revision>161</cp:revision>
  <dcterms:created xsi:type="dcterms:W3CDTF">2020-08-04T09:12:03Z</dcterms:created>
  <dcterms:modified xsi:type="dcterms:W3CDTF">2024-04-16T14:39:22Z</dcterms:modified>
</cp:coreProperties>
</file>