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76" d="100"/>
          <a:sy n="76" d="100"/>
        </p:scale>
        <p:origin x="30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42B286EE-E699-4209-B8E5-BB8970D7EE29}"/>
              </a:ext>
            </a:extLst>
          </p:cNvPr>
          <p:cNvSpPr txBox="1"/>
          <p:nvPr/>
        </p:nvSpPr>
        <p:spPr>
          <a:xfrm>
            <a:off x="164295" y="726630"/>
            <a:ext cx="6522832" cy="168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i="1" dirty="0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</a:t>
            </a:r>
            <a:r>
              <a:rPr lang="en-US" sz="1100" i="1" dirty="0">
                <a:solidFill>
                  <a:srgbClr val="1A4359"/>
                </a:solidFill>
                <a:latin typeface="Avenir Medium" panose="02000603020000020003" pitchFamily="2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2D08BE5-40B6-40AA-A404-E6B52DDCB6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739D60D8-9BEB-4B3E-A781-AA011A45B98E}"/>
              </a:ext>
            </a:extLst>
          </p:cNvPr>
          <p:cNvSpPr txBox="1"/>
          <p:nvPr/>
        </p:nvSpPr>
        <p:spPr>
          <a:xfrm>
            <a:off x="-1651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5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1630214-5FBA-49BB-9CC5-B8D57DE3B2FB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76558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11747</TotalTime>
  <Words>12</Words>
  <Application>Microsoft Office PowerPoint</Application>
  <PresentationFormat>Aangepast</PresentationFormat>
  <Paragraphs>11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159</cp:revision>
  <dcterms:created xsi:type="dcterms:W3CDTF">2020-08-04T09:12:03Z</dcterms:created>
  <dcterms:modified xsi:type="dcterms:W3CDTF">2025-11-06T13:57:45Z</dcterms:modified>
</cp:coreProperties>
</file>