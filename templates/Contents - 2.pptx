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950"/>
    <a:srgbClr val="374B66"/>
    <a:srgbClr val="2C354E"/>
    <a:srgbClr val="9CD79B"/>
    <a:srgbClr val="FFA601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4"/>
    <p:restoredTop sz="94733"/>
  </p:normalViewPr>
  <p:slideViewPr>
    <p:cSldViewPr snapToGrid="0">
      <p:cViewPr varScale="1">
        <p:scale>
          <a:sx n="103" d="100"/>
          <a:sy n="103" d="100"/>
        </p:scale>
        <p:origin x="3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3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el en object">
  <p:cSld name="15_Titel en objec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5"/>
          <p:cNvSpPr/>
          <p:nvPr/>
        </p:nvSpPr>
        <p:spPr>
          <a:xfrm rot="5400000">
            <a:off x="-2150868" y="2150103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5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5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5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84" name="Google Shape;84;p95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95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95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5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95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95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5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95"/>
          <p:cNvPicPr preferRelativeResize="0"/>
          <p:nvPr/>
        </p:nvPicPr>
        <p:blipFill rotWithShape="1">
          <a:blip r:embed="rId2">
            <a:alphaModFix/>
          </a:blip>
          <a:srcRect l="51674" r="17298"/>
          <a:stretch/>
        </p:blipFill>
        <p:spPr>
          <a:xfrm>
            <a:off x="-2" y="-1"/>
            <a:ext cx="3366658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5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5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5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5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5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5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5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5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0E1EAA31-6C4C-DF9E-4D54-A41B37943A8F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0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98" name="Google Shape;798;p7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lang="nl-NL" dirty="0">
              <a:latin typeface="Avenir Book" panose="02000503020000020003" pitchFamily="2" charset="0"/>
            </a:endParaRPr>
          </a:p>
        </p:txBody>
      </p:sp>
      <p:sp>
        <p:nvSpPr>
          <p:cNvPr id="799" name="Google Shape;799;p7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0" name="Google Shape;800;p7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801" name="Google Shape;801;p7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802" name="Google Shape;802;p7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indent="0"/>
            <a:r>
              <a:rPr lang="nl-NL" sz="2000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05B0C49B-D7DA-DD88-0ED3-71E0EEAD7D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6</Words>
  <Application>Microsoft Office PowerPoint</Application>
  <PresentationFormat>Aangepast</PresentationFormat>
  <Paragraphs>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24</cp:revision>
  <dcterms:created xsi:type="dcterms:W3CDTF">2019-10-18T11:39:41Z</dcterms:created>
  <dcterms:modified xsi:type="dcterms:W3CDTF">2025-03-21T11:45:50Z</dcterms:modified>
</cp:coreProperties>
</file>