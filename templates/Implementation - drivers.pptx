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autoCompressPictures="0">
  <p:sldMasterIdLst>
    <p:sldMasterId id="2147483764" r:id="rId1"/>
  </p:sldMasterIdLst>
  <p:notesMasterIdLst>
    <p:notesMasterId r:id="rId3"/>
  </p:notesMasterIdLst>
  <p:sldIdLst>
    <p:sldId id="279" r:id="rId2"/>
  </p:sldIdLst>
  <p:sldSz cx="10799763" cy="7667625"/>
  <p:notesSz cx="6858000" cy="9144000"/>
  <p:embeddedFontLst>
    <p:embeddedFont>
      <p:font typeface="Avenir" panose="020B0503020203020204" pitchFamily="2" charset="0"/>
      <p:regular r:id="rId4"/>
      <p:italic r:id="rId5"/>
    </p:embeddedFont>
    <p:embeddedFont>
      <p:font typeface="Avenir Book" panose="02000503020000020003" pitchFamily="2" charset="0"/>
      <p:regular r:id="rId6"/>
      <p: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5" roundtripDataSignature="AMtx7mhDNQeF+ChRt0HZWKPCYyCtbgBC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444"/>
    <a:srgbClr val="39364C"/>
    <a:srgbClr val="393643"/>
    <a:srgbClr val="42475B"/>
    <a:srgbClr val="3F5573"/>
    <a:srgbClr val="FFA501"/>
    <a:srgbClr val="FF8D02"/>
    <a:srgbClr val="7CAE3E"/>
    <a:srgbClr val="99CD5A"/>
    <a:srgbClr val="3C39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4C1A8A3-306A-4EB7-A6B1-4F7E0EB9C5D6}" styleName="Stijl, gemiddeld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Stijl, gemiddeld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Stijl, lich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06799F8-075E-4A3A-A7F6-7FBC6576F1A4}" styleName="Stijl, thema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Stijl, thema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Stijl, lich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Stijl, gemiddeld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43" autoAdjust="0"/>
    <p:restoredTop sz="94822"/>
  </p:normalViewPr>
  <p:slideViewPr>
    <p:cSldViewPr snapToGrid="0" snapToObjects="1">
      <p:cViewPr varScale="1">
        <p:scale>
          <a:sx n="91" d="100"/>
          <a:sy n="91" d="100"/>
        </p:scale>
        <p:origin x="20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font" Target="fonts/font4.fntdata"/><Relationship Id="rId6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66" Type="http://schemas.openxmlformats.org/officeDocument/2006/relationships/presProps" Target="presProps.xml"/><Relationship Id="rId5" Type="http://schemas.openxmlformats.org/officeDocument/2006/relationships/font" Target="fonts/font2.fntdata"/><Relationship Id="rId65" Type="http://customschemas.google.com/relationships/presentationmetadata" Target="metadata"/><Relationship Id="rId4" Type="http://schemas.openxmlformats.org/officeDocument/2006/relationships/font" Target="fonts/font1.fntdata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41119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6" name="Google Shape;1376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6_Titeldia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8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9" y="1007566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4478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nl-NL" smtClean="0"/>
              <a:pPr/>
              <a:t>‹nr.›</a:t>
            </a:fld>
            <a:endParaRPr lang="nl-NL"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2" y="6872711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0753" lvl="0" indent="-225377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SzPts val="3131"/>
              <a:buNone/>
              <a:defRPr sz="197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93345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683"/>
              <a:buChar char="•"/>
              <a:defRPr/>
            </a:lvl2pPr>
            <a:lvl3pPr marL="1352260" lvl="2" indent="-365361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236"/>
              <a:buChar char="•"/>
              <a:defRPr/>
            </a:lvl3pPr>
            <a:lvl4pPr marL="1803014" lvl="3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4pPr>
            <a:lvl5pPr marL="2253767" lvl="4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5pPr>
            <a:lvl6pPr marL="2704521" lvl="5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6pPr>
            <a:lvl7pPr marL="3155274" lvl="6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7pPr>
            <a:lvl8pPr marL="3606028" lvl="7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8pPr>
            <a:lvl9pPr marL="4056781" lvl="8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0753" lvl="0" indent="-225377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SzPts val="3131"/>
              <a:buNone/>
              <a:defRPr sz="197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93345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683"/>
              <a:buChar char="•"/>
              <a:defRPr/>
            </a:lvl2pPr>
            <a:lvl3pPr marL="1352260" lvl="2" indent="-365361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236"/>
              <a:buChar char="•"/>
              <a:defRPr/>
            </a:lvl3pPr>
            <a:lvl4pPr marL="1803014" lvl="3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4pPr>
            <a:lvl5pPr marL="2253767" lvl="4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5pPr>
            <a:lvl6pPr marL="2704521" lvl="5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6pPr>
            <a:lvl7pPr marL="3155274" lvl="6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7pPr>
            <a:lvl8pPr marL="3606028" lvl="7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8pPr>
            <a:lvl9pPr marL="4056781" lvl="8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0753" lvl="0" indent="-225377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SzPts val="3131"/>
              <a:buNone/>
              <a:defRPr sz="197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93345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683"/>
              <a:buChar char="•"/>
              <a:defRPr/>
            </a:lvl2pPr>
            <a:lvl3pPr marL="1352260" lvl="2" indent="-365361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236"/>
              <a:buChar char="•"/>
              <a:defRPr/>
            </a:lvl3pPr>
            <a:lvl4pPr marL="1803014" lvl="3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4pPr>
            <a:lvl5pPr marL="2253767" lvl="4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5pPr>
            <a:lvl6pPr marL="2704521" lvl="5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6pPr>
            <a:lvl7pPr marL="3155274" lvl="6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7pPr>
            <a:lvl8pPr marL="3606028" lvl="7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8pPr>
            <a:lvl9pPr marL="4056781" lvl="8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0753" lvl="0" indent="-225377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SzPts val="3131"/>
              <a:buNone/>
              <a:defRPr sz="197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93345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683"/>
              <a:buChar char="•"/>
              <a:defRPr/>
            </a:lvl2pPr>
            <a:lvl3pPr marL="1352260" lvl="2" indent="-365361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236"/>
              <a:buChar char="•"/>
              <a:defRPr/>
            </a:lvl3pPr>
            <a:lvl4pPr marL="1803014" lvl="3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4pPr>
            <a:lvl5pPr marL="2253767" lvl="4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5pPr>
            <a:lvl6pPr marL="2704521" lvl="5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6pPr>
            <a:lvl7pPr marL="3155274" lvl="6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7pPr>
            <a:lvl8pPr marL="3606028" lvl="7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8pPr>
            <a:lvl9pPr marL="4056781" lvl="8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0753" lvl="0" indent="-225377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SzPts val="3131"/>
              <a:buNone/>
              <a:defRPr sz="197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93345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683"/>
              <a:buChar char="•"/>
              <a:defRPr/>
            </a:lvl2pPr>
            <a:lvl3pPr marL="1352260" lvl="2" indent="-365361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236"/>
              <a:buChar char="•"/>
              <a:defRPr/>
            </a:lvl3pPr>
            <a:lvl4pPr marL="1803014" lvl="3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4pPr>
            <a:lvl5pPr marL="2253767" lvl="4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5pPr>
            <a:lvl6pPr marL="2704521" lvl="5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6pPr>
            <a:lvl7pPr marL="3155274" lvl="6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7pPr>
            <a:lvl8pPr marL="3606028" lvl="7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8pPr>
            <a:lvl9pPr marL="4056781" lvl="8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402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1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5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75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8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7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041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houd van twee">
  <p:cSld name="2_Inhoud van twee"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02"/>
          <p:cNvSpPr txBox="1">
            <a:spLocks noGrp="1"/>
          </p:cNvSpPr>
          <p:nvPr>
            <p:ph type="dt" idx="10"/>
          </p:nvPr>
        </p:nvSpPr>
        <p:spPr>
          <a:xfrm>
            <a:off x="742486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83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102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83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102"/>
          <p:cNvSpPr txBox="1">
            <a:spLocks noGrp="1"/>
          </p:cNvSpPr>
          <p:nvPr>
            <p:ph type="sldNum" idx="12"/>
          </p:nvPr>
        </p:nvSpPr>
        <p:spPr>
          <a:xfrm>
            <a:off x="762733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12" name="Google Shape;712;p102"/>
          <p:cNvSpPr txBox="1">
            <a:spLocks noGrp="1"/>
          </p:cNvSpPr>
          <p:nvPr>
            <p:ph type="body" idx="1"/>
          </p:nvPr>
        </p:nvSpPr>
        <p:spPr>
          <a:xfrm>
            <a:off x="716050" y="1219782"/>
            <a:ext cx="8288993" cy="504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0753" lvl="0" indent="-225377" algn="l">
              <a:lnSpc>
                <a:spcPct val="150000"/>
              </a:lnSpc>
              <a:spcBef>
                <a:spcPts val="986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34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13023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34" b="0" i="0">
                <a:latin typeface="Avenir"/>
                <a:ea typeface="Avenir"/>
                <a:cs typeface="Avenir"/>
                <a:sym typeface="Avenir"/>
              </a:defRPr>
            </a:lvl2pPr>
            <a:lvl3pPr marL="1352260" lvl="2" indent="-313023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34" b="0" i="0">
                <a:latin typeface="Avenir"/>
                <a:ea typeface="Avenir"/>
                <a:cs typeface="Avenir"/>
                <a:sym typeface="Avenir"/>
              </a:defRPr>
            </a:lvl3pPr>
            <a:lvl4pPr marL="1803014" lvl="3" indent="-313023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34" b="0" i="0">
                <a:latin typeface="Avenir"/>
                <a:ea typeface="Avenir"/>
                <a:cs typeface="Avenir"/>
                <a:sym typeface="Avenir"/>
              </a:defRPr>
            </a:lvl4pPr>
            <a:lvl5pPr marL="2253767" lvl="4" indent="-313023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34" b="0" i="0">
                <a:latin typeface="Avenir"/>
                <a:ea typeface="Avenir"/>
                <a:cs typeface="Avenir"/>
                <a:sym typeface="Avenir"/>
              </a:defRPr>
            </a:lvl5pPr>
            <a:lvl6pPr marL="2704521" lvl="5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55274" lvl="6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06028" lvl="7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56781" lvl="8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3" name="Google Shape;713;p102"/>
          <p:cNvSpPr txBox="1">
            <a:spLocks noGrp="1"/>
          </p:cNvSpPr>
          <p:nvPr>
            <p:ph type="title"/>
          </p:nvPr>
        </p:nvSpPr>
        <p:spPr>
          <a:xfrm>
            <a:off x="716049" y="364535"/>
            <a:ext cx="82889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7858"/>
              </a:buClr>
              <a:buSzPts val="1600"/>
              <a:buFont typeface="Avenir"/>
              <a:buNone/>
              <a:defRPr sz="1411" b="0" i="0">
                <a:solidFill>
                  <a:srgbClr val="E0785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4" name="Google Shape;714;p102"/>
          <p:cNvSpPr txBox="1">
            <a:spLocks noGrp="1"/>
          </p:cNvSpPr>
          <p:nvPr>
            <p:ph type="body" idx="2"/>
          </p:nvPr>
        </p:nvSpPr>
        <p:spPr>
          <a:xfrm>
            <a:off x="716049" y="645450"/>
            <a:ext cx="8288992" cy="343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0753" lvl="0" indent="-225377" algn="l">
              <a:lnSpc>
                <a:spcPct val="90000"/>
              </a:lnSpc>
              <a:spcBef>
                <a:spcPts val="986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1764" b="1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52260" lvl="2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03014" lvl="3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53767" lvl="4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04521" lvl="5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55274" lvl="6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06028" lvl="7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56781" lvl="8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128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3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6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75423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80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80"/>
          <p:cNvSpPr txBox="1">
            <a:spLocks noGrp="1"/>
          </p:cNvSpPr>
          <p:nvPr>
            <p:ph type="sldNum" idx="12"/>
          </p:nvPr>
        </p:nvSpPr>
        <p:spPr>
          <a:xfrm>
            <a:off x="7628401" y="7160376"/>
            <a:ext cx="2395737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fld id="{00000000-1234-1234-1234-123412341234}" type="slidenum">
              <a:rPr lang="nl-NL"/>
              <a:pPr/>
              <a:t>0</a:t>
            </a:fld>
            <a:endParaRPr/>
          </a:p>
        </p:txBody>
      </p:sp>
      <p:graphicFrame>
        <p:nvGraphicFramePr>
          <p:cNvPr id="1382" name="Google Shape;1382;p80"/>
          <p:cNvGraphicFramePr/>
          <p:nvPr>
            <p:extLst>
              <p:ext uri="{D42A27DB-BD31-4B8C-83A1-F6EECF244321}">
                <p14:modId xmlns:p14="http://schemas.microsoft.com/office/powerpoint/2010/main" val="590072263"/>
              </p:ext>
            </p:extLst>
          </p:nvPr>
        </p:nvGraphicFramePr>
        <p:xfrm>
          <a:off x="546821" y="1396248"/>
          <a:ext cx="9593074" cy="52539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39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1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1" i="0" u="none" strike="noStrike" cap="none" dirty="0" err="1">
                          <a:solidFill>
                            <a:srgbClr val="FFFFFF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PHsubtitleone</a:t>
                      </a:r>
                      <a:endParaRPr sz="1600" u="none" strike="noStrike" cap="none" dirty="0"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936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1" i="0" u="none" strike="noStrike" cap="none" dirty="0" err="1">
                          <a:solidFill>
                            <a:srgbClr val="FFFFFF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PHsubtitlethree</a:t>
                      </a:r>
                      <a:endParaRPr sz="1600" u="none" strike="noStrike" cap="none" dirty="0"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936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1" i="0" u="none" strike="noStrike" cap="none" dirty="0" err="1">
                          <a:solidFill>
                            <a:srgbClr val="FFFFFF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PHsubtitlefour</a:t>
                      </a:r>
                      <a:endParaRPr sz="1600" u="none" strike="noStrike" cap="none" dirty="0"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936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33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u="none" strike="noStrike" cap="none" dirty="0" err="1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driverone</a:t>
                      </a:r>
                      <a:endParaRPr lang="nl-NL" sz="1200" u="none" strike="noStrike" cap="none" dirty="0">
                        <a:solidFill>
                          <a:srgbClr val="39364C"/>
                        </a:solidFill>
                        <a:latin typeface="Avenir Book" panose="02000503020000020003" pitchFamily="2" charset="0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0" i="0" u="none" strike="noStrike" cap="none" dirty="0" err="1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driveronescore</a:t>
                      </a:r>
                      <a:r>
                        <a:rPr lang="nl-NL" sz="12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 &gt; </a:t>
                      </a:r>
                      <a:r>
                        <a:rPr lang="nl-NL" sz="1200" b="0" i="0" u="none" strike="noStrike" cap="none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…</a:t>
                      </a:r>
                      <a:endParaRPr sz="1200" u="none" strike="noStrike" cap="none" dirty="0">
                        <a:solidFill>
                          <a:schemeClr val="bg1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lang="nl-NL" sz="1200" b="0" i="0" u="none" strike="noStrike" cap="none" dirty="0">
                        <a:solidFill>
                          <a:srgbClr val="39364C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nl-NL" sz="12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33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dirty="0" err="1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</a:rPr>
                        <a:t>drivertwo</a:t>
                      </a:r>
                      <a:endParaRPr lang="nl-NL" sz="1200" dirty="0">
                        <a:solidFill>
                          <a:srgbClr val="39364C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dirty="0" err="1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</a:rPr>
                        <a:t>drivertwoscore</a:t>
                      </a:r>
                      <a:r>
                        <a:rPr lang="nl-NL" sz="12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 &gt; </a:t>
                      </a:r>
                      <a:r>
                        <a:rPr lang="nl-NL" sz="1200" b="0" i="0" u="none" strike="noStrike" cap="none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…</a:t>
                      </a:r>
                      <a:endParaRPr sz="1200" u="none" strike="noStrike" cap="none" dirty="0">
                        <a:solidFill>
                          <a:schemeClr val="bg1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lang="nl-NL" sz="1200" b="0" i="0" u="none" strike="noStrike" cap="none" dirty="0">
                        <a:solidFill>
                          <a:srgbClr val="39364C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nl-NL" sz="12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33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dirty="0" err="1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</a:rPr>
                        <a:t>driverthree</a:t>
                      </a:r>
                      <a:endParaRPr lang="nl-NL" sz="1200" dirty="0">
                        <a:solidFill>
                          <a:srgbClr val="39364C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dirty="0" err="1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</a:rPr>
                        <a:t>driverthreescore</a:t>
                      </a:r>
                      <a:r>
                        <a:rPr lang="nl-NL" sz="12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 &gt; </a:t>
                      </a:r>
                      <a:r>
                        <a:rPr lang="nl-NL" sz="1200" b="0" i="0" u="none" strike="noStrike" cap="none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…</a:t>
                      </a:r>
                      <a:endParaRPr sz="1200" u="none" strike="noStrike" cap="none" dirty="0">
                        <a:solidFill>
                          <a:schemeClr val="bg1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1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nl-NL" sz="12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33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dirty="0" err="1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</a:rPr>
                        <a:t>driverfour</a:t>
                      </a:r>
                      <a:endParaRPr lang="nl-NL" sz="1200" dirty="0">
                        <a:solidFill>
                          <a:srgbClr val="39364C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dirty="0" err="1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</a:rPr>
                        <a:t>driverfourscore</a:t>
                      </a:r>
                      <a:r>
                        <a:rPr lang="nl-NL" sz="12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 &gt; </a:t>
                      </a:r>
                      <a:r>
                        <a:rPr lang="nl-NL" sz="1200" b="0" i="0" u="none" strike="noStrike" cap="none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…</a:t>
                      </a:r>
                      <a:endParaRPr sz="1200" u="none" strike="noStrike" cap="none" dirty="0">
                        <a:solidFill>
                          <a:schemeClr val="bg1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nl-NL" sz="12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33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dirty="0" err="1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</a:rPr>
                        <a:t>driverfive</a:t>
                      </a:r>
                      <a:endParaRPr lang="nl-NL" sz="1200" dirty="0">
                        <a:solidFill>
                          <a:srgbClr val="39364C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dirty="0" err="1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</a:rPr>
                        <a:t>driverfivescore</a:t>
                      </a:r>
                      <a:r>
                        <a:rPr lang="nl-NL" sz="12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 &gt; </a:t>
                      </a:r>
                      <a:r>
                        <a:rPr lang="nl-NL" sz="1200" b="0" i="0" u="none" strike="noStrike" cap="none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…</a:t>
                      </a:r>
                      <a:endParaRPr sz="1200" u="none" strike="noStrike" cap="none" dirty="0">
                        <a:solidFill>
                          <a:schemeClr val="bg1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nl-NL" sz="12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Google Shape;1286;p13">
            <a:extLst>
              <a:ext uri="{FF2B5EF4-FFF2-40B4-BE49-F238E27FC236}">
                <a16:creationId xmlns:a16="http://schemas.microsoft.com/office/drawing/2014/main" id="{503C967E-2BA6-689A-0A88-8C8166DB13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759" y="546832"/>
            <a:ext cx="5556587" cy="3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ctr" anchorCtr="0">
            <a:noAutofit/>
          </a:bodyPr>
          <a:lstStyle/>
          <a:p>
            <a:pPr algn="l"/>
            <a:r>
              <a:rPr lang="en-GB" sz="1400" spc="292" dirty="0" err="1">
                <a:solidFill>
                  <a:srgbClr val="EE7444"/>
                </a:solidFill>
                <a:latin typeface="Avenir Book" panose="02000503020000020003" pitchFamily="2" charset="0"/>
              </a:rPr>
              <a:t>PHuppertitle</a:t>
            </a:r>
            <a:endParaRPr lang="en-GB" sz="1400" spc="292" dirty="0">
              <a:solidFill>
                <a:srgbClr val="EE7444"/>
              </a:solidFill>
              <a:latin typeface="Avenir Book" panose="02000503020000020003" pitchFamily="2" charset="0"/>
            </a:endParaRPr>
          </a:p>
        </p:txBody>
      </p:sp>
      <p:sp>
        <p:nvSpPr>
          <p:cNvPr id="3" name="Google Shape;1287;p13">
            <a:extLst>
              <a:ext uri="{FF2B5EF4-FFF2-40B4-BE49-F238E27FC236}">
                <a16:creationId xmlns:a16="http://schemas.microsoft.com/office/drawing/2014/main" id="{AD75BC13-C971-54DC-A2D8-8CB26D44AC5D}"/>
              </a:ext>
            </a:extLst>
          </p:cNvPr>
          <p:cNvSpPr txBox="1">
            <a:spLocks/>
          </p:cNvSpPr>
          <p:nvPr/>
        </p:nvSpPr>
        <p:spPr>
          <a:xfrm>
            <a:off x="658757" y="853093"/>
            <a:ext cx="8971308" cy="74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96879">
              <a:defRPr/>
            </a:pPr>
            <a:r>
              <a:rPr lang="en-GB" sz="1800" b="1" dirty="0" err="1">
                <a:solidFill>
                  <a:srgbClr val="3F5573"/>
                </a:solidFill>
                <a:latin typeface="Avenir Book" panose="02000503020000020003" pitchFamily="2" charset="0"/>
                <a:ea typeface="Avenir Next" charset="0"/>
                <a:cs typeface="Avenir Next" charset="0"/>
              </a:rPr>
              <a:t>PHtitle</a:t>
            </a:r>
            <a:endParaRPr lang="en-GB" sz="1800" b="1" dirty="0">
              <a:solidFill>
                <a:srgbClr val="3F5573"/>
              </a:solidFill>
              <a:latin typeface="Avenir Book" panose="02000503020000020003" pitchFamily="2" charset="0"/>
              <a:ea typeface="Avenir Next" charset="0"/>
              <a:cs typeface="Avenir Next" charset="0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AC5D68FB-606D-16BC-97EB-08569E140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22" y="7038000"/>
            <a:ext cx="357146" cy="316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9_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11195</TotalTime>
  <Words>46</Words>
  <Application>Microsoft Office PowerPoint</Application>
  <PresentationFormat>Aangepast</PresentationFormat>
  <Paragraphs>31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Calibri</vt:lpstr>
      <vt:lpstr>Avenir Book</vt:lpstr>
      <vt:lpstr>Avenir</vt:lpstr>
      <vt:lpstr>Arial</vt:lpstr>
      <vt:lpstr>9_Kantoorthema</vt:lpstr>
      <vt:lpstr>PHuppertitle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MKG | KTO</dc:title>
  <dc:subject>Customer satisfaction research</dc:subject>
  <dc:creator>AlphaRainbow</dc:creator>
  <cp:lastModifiedBy>Marco Strijker</cp:lastModifiedBy>
  <cp:revision>470</cp:revision>
  <dcterms:created xsi:type="dcterms:W3CDTF">2022-12-20T00:00:00Z</dcterms:created>
  <dcterms:modified xsi:type="dcterms:W3CDTF">2024-09-24T09:14:22Z</dcterms:modified>
</cp:coreProperties>
</file>