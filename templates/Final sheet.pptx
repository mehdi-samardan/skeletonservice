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"/>
  </p:notesMasterIdLst>
  <p:handoutMasterIdLst>
    <p:handoutMasterId r:id="rId4"/>
  </p:handoutMasterIdLst>
  <p:sldIdLst>
    <p:sldId id="276" r:id="rId2"/>
  </p:sldIdLst>
  <p:sldSz cx="10799763" cy="76676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C3950"/>
    <a:srgbClr val="3D3950"/>
    <a:srgbClr val="EE7444"/>
    <a:srgbClr val="D4D4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88442"/>
  </p:normalViewPr>
  <p:slideViewPr>
    <p:cSldViewPr snapToGrid="0">
      <p:cViewPr varScale="1">
        <p:scale>
          <a:sx n="96" d="100"/>
          <a:sy n="96" d="100"/>
        </p:scale>
        <p:origin x="1862" y="77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5" d="100"/>
          <a:sy n="105" d="100"/>
        </p:scale>
        <p:origin x="4152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>
            <a:extLst>
              <a:ext uri="{FF2B5EF4-FFF2-40B4-BE49-F238E27FC236}">
                <a16:creationId xmlns:a16="http://schemas.microsoft.com/office/drawing/2014/main" id="{D75ECEC2-241C-D30D-CC2E-16F0ACF9EF2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BEF4104A-10C4-B770-FAAA-69EEDBE9667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C0FD2D-0C03-B54E-81D5-A213644F7A74}" type="datetimeFigureOut">
              <a:rPr lang="nl-NL" smtClean="0"/>
              <a:t>21-3-2025</a:t>
            </a:fld>
            <a:endParaRPr lang="nl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B3E66A27-1CA8-F1DE-4CB3-C5248254ABD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5E5A1523-42F5-AC25-2B34-F69E68995F6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47FC77-A562-2044-B0CB-DAD9705F10D7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29735736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53EA4F-706F-A846-AF35-5D3190B89244}" type="datetimeFigureOut">
              <a:rPr lang="nl-NL" smtClean="0"/>
              <a:t>21-3-2025</a:t>
            </a:fld>
            <a:endParaRPr lang="nl-NL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1255713" y="1143000"/>
            <a:ext cx="43465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2EB03D-5C1B-924A-855A-C3EFA393BE91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2298108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emf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0.emf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12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orpagina ALP Rappo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hthoek 13">
            <a:extLst>
              <a:ext uri="{FF2B5EF4-FFF2-40B4-BE49-F238E27FC236}">
                <a16:creationId xmlns:a16="http://schemas.microsoft.com/office/drawing/2014/main" id="{CF2C3352-3546-F866-FBE8-942514B9CC73}"/>
              </a:ext>
            </a:extLst>
          </p:cNvPr>
          <p:cNvSpPr/>
          <p:nvPr userDrawn="1"/>
        </p:nvSpPr>
        <p:spPr>
          <a:xfrm>
            <a:off x="-1" y="-14137"/>
            <a:ext cx="10799764" cy="7681762"/>
          </a:xfrm>
          <a:prstGeom prst="rect">
            <a:avLst/>
          </a:prstGeom>
          <a:solidFill>
            <a:srgbClr val="3C39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17" name="Afbeelding 16">
            <a:extLst>
              <a:ext uri="{FF2B5EF4-FFF2-40B4-BE49-F238E27FC236}">
                <a16:creationId xmlns:a16="http://schemas.microsoft.com/office/drawing/2014/main" id="{B5470627-28B9-BFBE-A0B1-BB71257B2C5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6158" r="9271"/>
          <a:stretch/>
        </p:blipFill>
        <p:spPr>
          <a:xfrm>
            <a:off x="4418854" y="18369"/>
            <a:ext cx="6380909" cy="7195513"/>
          </a:xfrm>
          <a:prstGeom prst="rect">
            <a:avLst/>
          </a:prstGeom>
        </p:spPr>
      </p:pic>
      <p:pic>
        <p:nvPicPr>
          <p:cNvPr id="18" name="Afbeelding 17">
            <a:extLst>
              <a:ext uri="{FF2B5EF4-FFF2-40B4-BE49-F238E27FC236}">
                <a16:creationId xmlns:a16="http://schemas.microsoft.com/office/drawing/2014/main" id="{BA225ACD-81B1-9851-2CFE-7FE5FA1DE3C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140073" y="-287338"/>
            <a:ext cx="2349500" cy="1841500"/>
          </a:xfrm>
          <a:prstGeom prst="rect">
            <a:avLst/>
          </a:prstGeom>
        </p:spPr>
      </p:pic>
      <p:pic>
        <p:nvPicPr>
          <p:cNvPr id="19" name="Afbeelding 18">
            <a:extLst>
              <a:ext uri="{FF2B5EF4-FFF2-40B4-BE49-F238E27FC236}">
                <a16:creationId xmlns:a16="http://schemas.microsoft.com/office/drawing/2014/main" id="{E8911E73-4DB8-265B-2BF2-B5420CB7E74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301438" y="3616125"/>
            <a:ext cx="3225800" cy="3060700"/>
          </a:xfrm>
          <a:prstGeom prst="rect">
            <a:avLst/>
          </a:prstGeom>
        </p:spPr>
      </p:pic>
      <p:pic>
        <p:nvPicPr>
          <p:cNvPr id="11" name="Afbeelding 10" descr="Afbeelding met wit, zwart, bril, zwart-wit&#10;&#10;Automatisch gegenereerde beschrijving">
            <a:extLst>
              <a:ext uri="{FF2B5EF4-FFF2-40B4-BE49-F238E27FC236}">
                <a16:creationId xmlns:a16="http://schemas.microsoft.com/office/drawing/2014/main" id="{99013AF5-3552-F4CE-7933-F6F9B5F3460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/>
          <a:srcRect r="10370"/>
          <a:stretch/>
        </p:blipFill>
        <p:spPr>
          <a:xfrm>
            <a:off x="0" y="6222668"/>
            <a:ext cx="10799763" cy="1470220"/>
          </a:xfrm>
          <a:prstGeom prst="rect">
            <a:avLst/>
          </a:prstGeom>
        </p:spPr>
      </p:pic>
      <p:pic>
        <p:nvPicPr>
          <p:cNvPr id="12" name="Afbeelding 11">
            <a:extLst>
              <a:ext uri="{FF2B5EF4-FFF2-40B4-BE49-F238E27FC236}">
                <a16:creationId xmlns:a16="http://schemas.microsoft.com/office/drawing/2014/main" id="{BDA0A6E7-7578-6D15-0AAD-155EC76A2AD4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3649597" y="6734528"/>
            <a:ext cx="3500569" cy="569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7550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ofdstukken indeling 1 va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1126;p112">
            <a:extLst>
              <a:ext uri="{FF2B5EF4-FFF2-40B4-BE49-F238E27FC236}">
                <a16:creationId xmlns:a16="http://schemas.microsoft.com/office/drawing/2014/main" id="{AEB59AE3-0172-176D-FDE6-C38F5DD9754A}"/>
              </a:ext>
            </a:extLst>
          </p:cNvPr>
          <p:cNvSpPr/>
          <p:nvPr userDrawn="1"/>
        </p:nvSpPr>
        <p:spPr>
          <a:xfrm rot="5400000">
            <a:off x="-2150869" y="2150868"/>
            <a:ext cx="7668388" cy="3366655"/>
          </a:xfrm>
          <a:prstGeom prst="rect">
            <a:avLst/>
          </a:prstGeom>
          <a:solidFill>
            <a:srgbClr val="39364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" name="Afbeelding 34">
            <a:extLst>
              <a:ext uri="{FF2B5EF4-FFF2-40B4-BE49-F238E27FC236}">
                <a16:creationId xmlns:a16="http://schemas.microsoft.com/office/drawing/2014/main" id="{C5404365-60B4-7466-EBD4-532444FD67C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5620" t="7315" r="25609"/>
          <a:stretch/>
        </p:blipFill>
        <p:spPr>
          <a:xfrm>
            <a:off x="-4" y="0"/>
            <a:ext cx="3366657" cy="7106754"/>
          </a:xfrm>
          <a:prstGeom prst="rect">
            <a:avLst/>
          </a:prstGeom>
        </p:spPr>
      </p:pic>
      <p:sp>
        <p:nvSpPr>
          <p:cNvPr id="11" name="Google Shape;1129;p112">
            <a:extLst>
              <a:ext uri="{FF2B5EF4-FFF2-40B4-BE49-F238E27FC236}">
                <a16:creationId xmlns:a16="http://schemas.microsoft.com/office/drawing/2014/main" id="{5276F3D0-A058-8584-9FD0-FB770E23890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7627332" y="7106754"/>
            <a:ext cx="2429947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NL"/>
              <a:t>‹nr.›</a:t>
            </a:fld>
            <a:endParaRPr/>
          </a:p>
        </p:txBody>
      </p:sp>
      <p:sp>
        <p:nvSpPr>
          <p:cNvPr id="12" name="Google Shape;1130;p112">
            <a:extLst>
              <a:ext uri="{FF2B5EF4-FFF2-40B4-BE49-F238E27FC236}">
                <a16:creationId xmlns:a16="http://schemas.microsoft.com/office/drawing/2014/main" id="{D38710E2-D94F-3F10-1615-A7628DFF0C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07627" y="2420025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13" name="Google Shape;1131;p112">
            <a:extLst>
              <a:ext uri="{FF2B5EF4-FFF2-40B4-BE49-F238E27FC236}">
                <a16:creationId xmlns:a16="http://schemas.microsoft.com/office/drawing/2014/main" id="{7BF13676-7366-C6BF-62D2-94C6296ABEE7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4507627" y="3667438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14" name="Google Shape;1132;p112">
            <a:extLst>
              <a:ext uri="{FF2B5EF4-FFF2-40B4-BE49-F238E27FC236}">
                <a16:creationId xmlns:a16="http://schemas.microsoft.com/office/drawing/2014/main" id="{230EA6AB-A5A2-86E8-5725-874F0EE7C37A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4507627" y="5034320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17" name="Google Shape;1135;p112">
            <a:extLst>
              <a:ext uri="{FF2B5EF4-FFF2-40B4-BE49-F238E27FC236}">
                <a16:creationId xmlns:a16="http://schemas.microsoft.com/office/drawing/2014/main" id="{CF9BB5AC-6B37-16C8-5F14-50D841BB8EDD}"/>
              </a:ext>
            </a:extLst>
          </p:cNvPr>
          <p:cNvSpPr>
            <a:spLocks noChangeAspect="1"/>
          </p:cNvSpPr>
          <p:nvPr userDrawn="1"/>
        </p:nvSpPr>
        <p:spPr>
          <a:xfrm>
            <a:off x="2898653" y="2146250"/>
            <a:ext cx="936001" cy="936000"/>
          </a:xfrm>
          <a:prstGeom prst="ellipse">
            <a:avLst/>
          </a:prstGeom>
          <a:solidFill>
            <a:srgbClr val="EE7444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1"/>
              <a:buFont typeface="Arial"/>
              <a:buNone/>
            </a:pPr>
            <a:endParaRPr sz="1801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136;p112">
            <a:extLst>
              <a:ext uri="{FF2B5EF4-FFF2-40B4-BE49-F238E27FC236}">
                <a16:creationId xmlns:a16="http://schemas.microsoft.com/office/drawing/2014/main" id="{388904C2-2468-6881-8676-E3707E99B5F0}"/>
              </a:ext>
            </a:extLst>
          </p:cNvPr>
          <p:cNvSpPr txBox="1"/>
          <p:nvPr userDrawn="1"/>
        </p:nvSpPr>
        <p:spPr>
          <a:xfrm>
            <a:off x="3144403" y="2365393"/>
            <a:ext cx="44450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nl-NL" sz="3200" b="1" i="0" u="none" strike="noStrike" cap="none" dirty="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1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139;p112">
            <a:extLst>
              <a:ext uri="{FF2B5EF4-FFF2-40B4-BE49-F238E27FC236}">
                <a16:creationId xmlns:a16="http://schemas.microsoft.com/office/drawing/2014/main" id="{9A2A7E7B-E6B1-A0F1-DF3E-59FD3AAE6E00}"/>
              </a:ext>
            </a:extLst>
          </p:cNvPr>
          <p:cNvSpPr>
            <a:spLocks noChangeAspect="1"/>
          </p:cNvSpPr>
          <p:nvPr userDrawn="1"/>
        </p:nvSpPr>
        <p:spPr>
          <a:xfrm>
            <a:off x="2898653" y="3478406"/>
            <a:ext cx="936001" cy="936000"/>
          </a:xfrm>
          <a:prstGeom prst="ellipse">
            <a:avLst/>
          </a:prstGeom>
          <a:solidFill>
            <a:srgbClr val="D4D4D5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1"/>
              <a:buFont typeface="Arial"/>
              <a:buNone/>
            </a:pPr>
            <a:endParaRPr sz="1801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1142;p112">
            <a:extLst>
              <a:ext uri="{FF2B5EF4-FFF2-40B4-BE49-F238E27FC236}">
                <a16:creationId xmlns:a16="http://schemas.microsoft.com/office/drawing/2014/main" id="{26A5CEFB-3D3E-3C14-2D76-0D184C5B58A2}"/>
              </a:ext>
            </a:extLst>
          </p:cNvPr>
          <p:cNvSpPr txBox="1"/>
          <p:nvPr userDrawn="1"/>
        </p:nvSpPr>
        <p:spPr>
          <a:xfrm>
            <a:off x="3144403" y="3676634"/>
            <a:ext cx="44450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nl-NL" sz="3200" b="1" i="0" u="none" strike="noStrike" cap="none" dirty="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2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1145;p112">
            <a:extLst>
              <a:ext uri="{FF2B5EF4-FFF2-40B4-BE49-F238E27FC236}">
                <a16:creationId xmlns:a16="http://schemas.microsoft.com/office/drawing/2014/main" id="{E3C6AE5E-7B48-1758-A788-0D34FA9ABB62}"/>
              </a:ext>
            </a:extLst>
          </p:cNvPr>
          <p:cNvSpPr>
            <a:spLocks noChangeAspect="1"/>
          </p:cNvSpPr>
          <p:nvPr userDrawn="1"/>
        </p:nvSpPr>
        <p:spPr>
          <a:xfrm>
            <a:off x="2898653" y="4810562"/>
            <a:ext cx="936001" cy="936000"/>
          </a:xfrm>
          <a:prstGeom prst="ellipse">
            <a:avLst/>
          </a:prstGeom>
          <a:solidFill>
            <a:srgbClr val="D4D4D5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1"/>
              <a:buFont typeface="Arial"/>
              <a:buNone/>
            </a:pPr>
            <a:endParaRPr sz="1801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1146;p112">
            <a:extLst>
              <a:ext uri="{FF2B5EF4-FFF2-40B4-BE49-F238E27FC236}">
                <a16:creationId xmlns:a16="http://schemas.microsoft.com/office/drawing/2014/main" id="{271DAF7B-0E86-F30C-5B15-09FC03379332}"/>
              </a:ext>
            </a:extLst>
          </p:cNvPr>
          <p:cNvSpPr txBox="1"/>
          <p:nvPr userDrawn="1"/>
        </p:nvSpPr>
        <p:spPr>
          <a:xfrm>
            <a:off x="3155978" y="5018559"/>
            <a:ext cx="44450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nl-NL" sz="3200" b="1" i="0" u="none" strike="noStrike" cap="none" dirty="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3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" name="Afbeelding 26">
            <a:extLst>
              <a:ext uri="{FF2B5EF4-FFF2-40B4-BE49-F238E27FC236}">
                <a16:creationId xmlns:a16="http://schemas.microsoft.com/office/drawing/2014/main" id="{EB2EFA82-DF97-7788-705D-0E7C59ADFD9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32229" y="7037304"/>
            <a:ext cx="347931" cy="316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66293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ofdstukken indeling 2 va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1126;p112">
            <a:extLst>
              <a:ext uri="{FF2B5EF4-FFF2-40B4-BE49-F238E27FC236}">
                <a16:creationId xmlns:a16="http://schemas.microsoft.com/office/drawing/2014/main" id="{AEB59AE3-0172-176D-FDE6-C38F5DD9754A}"/>
              </a:ext>
            </a:extLst>
          </p:cNvPr>
          <p:cNvSpPr/>
          <p:nvPr userDrawn="1"/>
        </p:nvSpPr>
        <p:spPr>
          <a:xfrm rot="5400000">
            <a:off x="-2150869" y="2150868"/>
            <a:ext cx="7668388" cy="3366655"/>
          </a:xfrm>
          <a:prstGeom prst="rect">
            <a:avLst/>
          </a:prstGeom>
          <a:solidFill>
            <a:srgbClr val="39364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Afbeelding 1">
            <a:extLst>
              <a:ext uri="{FF2B5EF4-FFF2-40B4-BE49-F238E27FC236}">
                <a16:creationId xmlns:a16="http://schemas.microsoft.com/office/drawing/2014/main" id="{B7884BB7-FD14-C0CE-492B-59EFD58834A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5620" t="7315" r="25609"/>
          <a:stretch/>
        </p:blipFill>
        <p:spPr>
          <a:xfrm>
            <a:off x="-4" y="0"/>
            <a:ext cx="3366657" cy="7106754"/>
          </a:xfrm>
          <a:prstGeom prst="rect">
            <a:avLst/>
          </a:prstGeom>
        </p:spPr>
      </p:pic>
      <p:sp>
        <p:nvSpPr>
          <p:cNvPr id="11" name="Google Shape;1129;p112">
            <a:extLst>
              <a:ext uri="{FF2B5EF4-FFF2-40B4-BE49-F238E27FC236}">
                <a16:creationId xmlns:a16="http://schemas.microsoft.com/office/drawing/2014/main" id="{5276F3D0-A058-8584-9FD0-FB770E23890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7627332" y="7106754"/>
            <a:ext cx="2429947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NL"/>
              <a:t>‹nr.›</a:t>
            </a:fld>
            <a:endParaRPr/>
          </a:p>
        </p:txBody>
      </p:sp>
      <p:sp>
        <p:nvSpPr>
          <p:cNvPr id="12" name="Google Shape;1130;p112">
            <a:extLst>
              <a:ext uri="{FF2B5EF4-FFF2-40B4-BE49-F238E27FC236}">
                <a16:creationId xmlns:a16="http://schemas.microsoft.com/office/drawing/2014/main" id="{D38710E2-D94F-3F10-1615-A7628DFF0C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07627" y="2420025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13" name="Google Shape;1131;p112">
            <a:extLst>
              <a:ext uri="{FF2B5EF4-FFF2-40B4-BE49-F238E27FC236}">
                <a16:creationId xmlns:a16="http://schemas.microsoft.com/office/drawing/2014/main" id="{7BF13676-7366-C6BF-62D2-94C6296ABEE7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4507627" y="3667438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14" name="Google Shape;1132;p112">
            <a:extLst>
              <a:ext uri="{FF2B5EF4-FFF2-40B4-BE49-F238E27FC236}">
                <a16:creationId xmlns:a16="http://schemas.microsoft.com/office/drawing/2014/main" id="{230EA6AB-A5A2-86E8-5725-874F0EE7C37A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4507627" y="5034320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17" name="Google Shape;1135;p112">
            <a:extLst>
              <a:ext uri="{FF2B5EF4-FFF2-40B4-BE49-F238E27FC236}">
                <a16:creationId xmlns:a16="http://schemas.microsoft.com/office/drawing/2014/main" id="{CF9BB5AC-6B37-16C8-5F14-50D841BB8EDD}"/>
              </a:ext>
            </a:extLst>
          </p:cNvPr>
          <p:cNvSpPr>
            <a:spLocks noChangeAspect="1"/>
          </p:cNvSpPr>
          <p:nvPr userDrawn="1"/>
        </p:nvSpPr>
        <p:spPr>
          <a:xfrm>
            <a:off x="2898653" y="2146250"/>
            <a:ext cx="936001" cy="936000"/>
          </a:xfrm>
          <a:prstGeom prst="ellipse">
            <a:avLst/>
          </a:prstGeom>
          <a:solidFill>
            <a:srgbClr val="D4D4D5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1"/>
              <a:buFont typeface="Arial"/>
              <a:buNone/>
            </a:pPr>
            <a:endParaRPr sz="1801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136;p112">
            <a:extLst>
              <a:ext uri="{FF2B5EF4-FFF2-40B4-BE49-F238E27FC236}">
                <a16:creationId xmlns:a16="http://schemas.microsoft.com/office/drawing/2014/main" id="{388904C2-2468-6881-8676-E3707E99B5F0}"/>
              </a:ext>
            </a:extLst>
          </p:cNvPr>
          <p:cNvSpPr txBox="1"/>
          <p:nvPr userDrawn="1"/>
        </p:nvSpPr>
        <p:spPr>
          <a:xfrm>
            <a:off x="3144403" y="2365393"/>
            <a:ext cx="44450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nl-NL" sz="3200" b="1" i="0" u="none" strike="noStrike" cap="none" dirty="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1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139;p112">
            <a:extLst>
              <a:ext uri="{FF2B5EF4-FFF2-40B4-BE49-F238E27FC236}">
                <a16:creationId xmlns:a16="http://schemas.microsoft.com/office/drawing/2014/main" id="{9A2A7E7B-E6B1-A0F1-DF3E-59FD3AAE6E00}"/>
              </a:ext>
            </a:extLst>
          </p:cNvPr>
          <p:cNvSpPr>
            <a:spLocks noChangeAspect="1"/>
          </p:cNvSpPr>
          <p:nvPr userDrawn="1"/>
        </p:nvSpPr>
        <p:spPr>
          <a:xfrm>
            <a:off x="2898653" y="3478406"/>
            <a:ext cx="936001" cy="936000"/>
          </a:xfrm>
          <a:prstGeom prst="ellipse">
            <a:avLst/>
          </a:prstGeom>
          <a:solidFill>
            <a:srgbClr val="EE7444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1"/>
              <a:buFont typeface="Arial"/>
              <a:buNone/>
            </a:pPr>
            <a:endParaRPr sz="1801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1142;p112">
            <a:extLst>
              <a:ext uri="{FF2B5EF4-FFF2-40B4-BE49-F238E27FC236}">
                <a16:creationId xmlns:a16="http://schemas.microsoft.com/office/drawing/2014/main" id="{26A5CEFB-3D3E-3C14-2D76-0D184C5B58A2}"/>
              </a:ext>
            </a:extLst>
          </p:cNvPr>
          <p:cNvSpPr txBox="1"/>
          <p:nvPr userDrawn="1"/>
        </p:nvSpPr>
        <p:spPr>
          <a:xfrm>
            <a:off x="3144403" y="3676634"/>
            <a:ext cx="44450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nl-NL" sz="3200" b="1" i="0" u="none" strike="noStrike" cap="none" dirty="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2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1145;p112">
            <a:extLst>
              <a:ext uri="{FF2B5EF4-FFF2-40B4-BE49-F238E27FC236}">
                <a16:creationId xmlns:a16="http://schemas.microsoft.com/office/drawing/2014/main" id="{E3C6AE5E-7B48-1758-A788-0D34FA9ABB62}"/>
              </a:ext>
            </a:extLst>
          </p:cNvPr>
          <p:cNvSpPr>
            <a:spLocks noChangeAspect="1"/>
          </p:cNvSpPr>
          <p:nvPr userDrawn="1"/>
        </p:nvSpPr>
        <p:spPr>
          <a:xfrm>
            <a:off x="2898653" y="4810562"/>
            <a:ext cx="936001" cy="936000"/>
          </a:xfrm>
          <a:prstGeom prst="ellipse">
            <a:avLst/>
          </a:prstGeom>
          <a:solidFill>
            <a:srgbClr val="D4D4D5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1"/>
              <a:buFont typeface="Arial"/>
              <a:buNone/>
            </a:pPr>
            <a:endParaRPr sz="1801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1146;p112">
            <a:extLst>
              <a:ext uri="{FF2B5EF4-FFF2-40B4-BE49-F238E27FC236}">
                <a16:creationId xmlns:a16="http://schemas.microsoft.com/office/drawing/2014/main" id="{271DAF7B-0E86-F30C-5B15-09FC03379332}"/>
              </a:ext>
            </a:extLst>
          </p:cNvPr>
          <p:cNvSpPr txBox="1"/>
          <p:nvPr userDrawn="1"/>
        </p:nvSpPr>
        <p:spPr>
          <a:xfrm>
            <a:off x="3155978" y="5018559"/>
            <a:ext cx="44450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nl-NL" sz="3200" b="1" i="0" u="none" strike="noStrike" cap="none" dirty="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3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" name="Afbeelding 26">
            <a:extLst>
              <a:ext uri="{FF2B5EF4-FFF2-40B4-BE49-F238E27FC236}">
                <a16:creationId xmlns:a16="http://schemas.microsoft.com/office/drawing/2014/main" id="{EB2EFA82-DF97-7788-705D-0E7C59ADFD9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32229" y="7037304"/>
            <a:ext cx="347931" cy="316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81677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ofdstukken indeling 3 va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1126;p112">
            <a:extLst>
              <a:ext uri="{FF2B5EF4-FFF2-40B4-BE49-F238E27FC236}">
                <a16:creationId xmlns:a16="http://schemas.microsoft.com/office/drawing/2014/main" id="{AEB59AE3-0172-176D-FDE6-C38F5DD9754A}"/>
              </a:ext>
            </a:extLst>
          </p:cNvPr>
          <p:cNvSpPr/>
          <p:nvPr userDrawn="1"/>
        </p:nvSpPr>
        <p:spPr>
          <a:xfrm rot="5400000">
            <a:off x="-2150869" y="2150868"/>
            <a:ext cx="7668388" cy="3366655"/>
          </a:xfrm>
          <a:prstGeom prst="rect">
            <a:avLst/>
          </a:prstGeom>
          <a:solidFill>
            <a:srgbClr val="39364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129;p112">
            <a:extLst>
              <a:ext uri="{FF2B5EF4-FFF2-40B4-BE49-F238E27FC236}">
                <a16:creationId xmlns:a16="http://schemas.microsoft.com/office/drawing/2014/main" id="{5276F3D0-A058-8584-9FD0-FB770E23890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7627332" y="7106754"/>
            <a:ext cx="2429947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NL"/>
              <a:t>‹nr.›</a:t>
            </a:fld>
            <a:endParaRPr/>
          </a:p>
        </p:txBody>
      </p:sp>
      <p:sp>
        <p:nvSpPr>
          <p:cNvPr id="12" name="Google Shape;1130;p112">
            <a:extLst>
              <a:ext uri="{FF2B5EF4-FFF2-40B4-BE49-F238E27FC236}">
                <a16:creationId xmlns:a16="http://schemas.microsoft.com/office/drawing/2014/main" id="{D38710E2-D94F-3F10-1615-A7628DFF0C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07627" y="2420025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13" name="Google Shape;1131;p112">
            <a:extLst>
              <a:ext uri="{FF2B5EF4-FFF2-40B4-BE49-F238E27FC236}">
                <a16:creationId xmlns:a16="http://schemas.microsoft.com/office/drawing/2014/main" id="{7BF13676-7366-C6BF-62D2-94C6296ABEE7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4507627" y="3667438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14" name="Google Shape;1132;p112">
            <a:extLst>
              <a:ext uri="{FF2B5EF4-FFF2-40B4-BE49-F238E27FC236}">
                <a16:creationId xmlns:a16="http://schemas.microsoft.com/office/drawing/2014/main" id="{230EA6AB-A5A2-86E8-5725-874F0EE7C37A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4507627" y="5034320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pic>
        <p:nvPicPr>
          <p:cNvPr id="27" name="Afbeelding 26">
            <a:extLst>
              <a:ext uri="{FF2B5EF4-FFF2-40B4-BE49-F238E27FC236}">
                <a16:creationId xmlns:a16="http://schemas.microsoft.com/office/drawing/2014/main" id="{EB2EFA82-DF97-7788-705D-0E7C59ADFD9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32229" y="7037304"/>
            <a:ext cx="347931" cy="316561"/>
          </a:xfrm>
          <a:prstGeom prst="rect">
            <a:avLst/>
          </a:prstGeom>
        </p:spPr>
      </p:pic>
      <p:pic>
        <p:nvPicPr>
          <p:cNvPr id="2" name="Afbeelding 1">
            <a:extLst>
              <a:ext uri="{FF2B5EF4-FFF2-40B4-BE49-F238E27FC236}">
                <a16:creationId xmlns:a16="http://schemas.microsoft.com/office/drawing/2014/main" id="{24EBACC1-7EFF-FFD9-6FF2-B3A282661FE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5620" t="7315" r="25609"/>
          <a:stretch/>
        </p:blipFill>
        <p:spPr>
          <a:xfrm>
            <a:off x="-4" y="0"/>
            <a:ext cx="3366657" cy="7106754"/>
          </a:xfrm>
          <a:prstGeom prst="rect">
            <a:avLst/>
          </a:prstGeom>
        </p:spPr>
      </p:pic>
      <p:sp>
        <p:nvSpPr>
          <p:cNvPr id="17" name="Google Shape;1135;p112">
            <a:extLst>
              <a:ext uri="{FF2B5EF4-FFF2-40B4-BE49-F238E27FC236}">
                <a16:creationId xmlns:a16="http://schemas.microsoft.com/office/drawing/2014/main" id="{CF9BB5AC-6B37-16C8-5F14-50D841BB8EDD}"/>
              </a:ext>
            </a:extLst>
          </p:cNvPr>
          <p:cNvSpPr>
            <a:spLocks noChangeAspect="1"/>
          </p:cNvSpPr>
          <p:nvPr userDrawn="1"/>
        </p:nvSpPr>
        <p:spPr>
          <a:xfrm>
            <a:off x="2898653" y="2146250"/>
            <a:ext cx="936001" cy="936000"/>
          </a:xfrm>
          <a:prstGeom prst="ellipse">
            <a:avLst/>
          </a:prstGeom>
          <a:solidFill>
            <a:srgbClr val="D4D4D5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1"/>
              <a:buFont typeface="Arial"/>
              <a:buNone/>
            </a:pPr>
            <a:endParaRPr sz="1801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136;p112">
            <a:extLst>
              <a:ext uri="{FF2B5EF4-FFF2-40B4-BE49-F238E27FC236}">
                <a16:creationId xmlns:a16="http://schemas.microsoft.com/office/drawing/2014/main" id="{388904C2-2468-6881-8676-E3707E99B5F0}"/>
              </a:ext>
            </a:extLst>
          </p:cNvPr>
          <p:cNvSpPr txBox="1"/>
          <p:nvPr userDrawn="1"/>
        </p:nvSpPr>
        <p:spPr>
          <a:xfrm>
            <a:off x="3144403" y="2365393"/>
            <a:ext cx="44450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nl-NL" sz="3200" b="1" i="0" u="none" strike="noStrike" cap="none" dirty="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1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139;p112">
            <a:extLst>
              <a:ext uri="{FF2B5EF4-FFF2-40B4-BE49-F238E27FC236}">
                <a16:creationId xmlns:a16="http://schemas.microsoft.com/office/drawing/2014/main" id="{9A2A7E7B-E6B1-A0F1-DF3E-59FD3AAE6E00}"/>
              </a:ext>
            </a:extLst>
          </p:cNvPr>
          <p:cNvSpPr>
            <a:spLocks noChangeAspect="1"/>
          </p:cNvSpPr>
          <p:nvPr userDrawn="1"/>
        </p:nvSpPr>
        <p:spPr>
          <a:xfrm>
            <a:off x="2898653" y="3478406"/>
            <a:ext cx="936001" cy="936000"/>
          </a:xfrm>
          <a:prstGeom prst="ellipse">
            <a:avLst/>
          </a:prstGeom>
          <a:solidFill>
            <a:srgbClr val="D4D4D5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1"/>
              <a:buFont typeface="Arial"/>
              <a:buNone/>
            </a:pPr>
            <a:endParaRPr sz="1801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1142;p112">
            <a:extLst>
              <a:ext uri="{FF2B5EF4-FFF2-40B4-BE49-F238E27FC236}">
                <a16:creationId xmlns:a16="http://schemas.microsoft.com/office/drawing/2014/main" id="{26A5CEFB-3D3E-3C14-2D76-0D184C5B58A2}"/>
              </a:ext>
            </a:extLst>
          </p:cNvPr>
          <p:cNvSpPr txBox="1"/>
          <p:nvPr userDrawn="1"/>
        </p:nvSpPr>
        <p:spPr>
          <a:xfrm>
            <a:off x="3144403" y="3676634"/>
            <a:ext cx="44450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nl-NL" sz="3200" b="1" i="0" u="none" strike="noStrike" cap="none" dirty="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2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1145;p112">
            <a:extLst>
              <a:ext uri="{FF2B5EF4-FFF2-40B4-BE49-F238E27FC236}">
                <a16:creationId xmlns:a16="http://schemas.microsoft.com/office/drawing/2014/main" id="{E3C6AE5E-7B48-1758-A788-0D34FA9ABB62}"/>
              </a:ext>
            </a:extLst>
          </p:cNvPr>
          <p:cNvSpPr>
            <a:spLocks noChangeAspect="1"/>
          </p:cNvSpPr>
          <p:nvPr userDrawn="1"/>
        </p:nvSpPr>
        <p:spPr>
          <a:xfrm>
            <a:off x="2898653" y="4810562"/>
            <a:ext cx="936001" cy="936000"/>
          </a:xfrm>
          <a:prstGeom prst="ellipse">
            <a:avLst/>
          </a:prstGeom>
          <a:solidFill>
            <a:srgbClr val="EE7444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1"/>
              <a:buFont typeface="Arial"/>
              <a:buNone/>
            </a:pPr>
            <a:endParaRPr sz="1801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1146;p112">
            <a:extLst>
              <a:ext uri="{FF2B5EF4-FFF2-40B4-BE49-F238E27FC236}">
                <a16:creationId xmlns:a16="http://schemas.microsoft.com/office/drawing/2014/main" id="{271DAF7B-0E86-F30C-5B15-09FC03379332}"/>
              </a:ext>
            </a:extLst>
          </p:cNvPr>
          <p:cNvSpPr txBox="1"/>
          <p:nvPr userDrawn="1"/>
        </p:nvSpPr>
        <p:spPr>
          <a:xfrm>
            <a:off x="3155978" y="5018559"/>
            <a:ext cx="44450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nl-NL" sz="3200" b="1" i="0" u="none" strike="noStrike" cap="none" dirty="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3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219429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ofdstuk indeling 1 va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1126;p112">
            <a:extLst>
              <a:ext uri="{FF2B5EF4-FFF2-40B4-BE49-F238E27FC236}">
                <a16:creationId xmlns:a16="http://schemas.microsoft.com/office/drawing/2014/main" id="{700555FD-BB7A-DFBA-63F8-AE9C23A9CEDC}"/>
              </a:ext>
            </a:extLst>
          </p:cNvPr>
          <p:cNvSpPr/>
          <p:nvPr userDrawn="1"/>
        </p:nvSpPr>
        <p:spPr>
          <a:xfrm rot="5400000">
            <a:off x="-2150868" y="2150103"/>
            <a:ext cx="7668388" cy="3366655"/>
          </a:xfrm>
          <a:prstGeom prst="rect">
            <a:avLst/>
          </a:prstGeom>
          <a:solidFill>
            <a:srgbClr val="39364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129;p112">
            <a:extLst>
              <a:ext uri="{FF2B5EF4-FFF2-40B4-BE49-F238E27FC236}">
                <a16:creationId xmlns:a16="http://schemas.microsoft.com/office/drawing/2014/main" id="{01E5EBB9-91B5-9E95-62CC-551C9D63B66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7627332" y="7106754"/>
            <a:ext cx="2429947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NL"/>
              <a:t>‹nr.›</a:t>
            </a:fld>
            <a:endParaRPr/>
          </a:p>
        </p:txBody>
      </p:sp>
      <p:pic>
        <p:nvPicPr>
          <p:cNvPr id="24" name="Afbeelding 23">
            <a:extLst>
              <a:ext uri="{FF2B5EF4-FFF2-40B4-BE49-F238E27FC236}">
                <a16:creationId xmlns:a16="http://schemas.microsoft.com/office/drawing/2014/main" id="{99AF4027-C0E3-0366-B560-86352B4906A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32229" y="7037304"/>
            <a:ext cx="347931" cy="316561"/>
          </a:xfrm>
          <a:prstGeom prst="rect">
            <a:avLst/>
          </a:prstGeom>
        </p:spPr>
      </p:pic>
      <p:sp>
        <p:nvSpPr>
          <p:cNvPr id="30" name="Google Shape;1130;p112">
            <a:extLst>
              <a:ext uri="{FF2B5EF4-FFF2-40B4-BE49-F238E27FC236}">
                <a16:creationId xmlns:a16="http://schemas.microsoft.com/office/drawing/2014/main" id="{0396BDB2-68B0-B5E7-72D0-E1B0A67B11E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07627" y="1515881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31" name="Google Shape;1131;p112">
            <a:extLst>
              <a:ext uri="{FF2B5EF4-FFF2-40B4-BE49-F238E27FC236}">
                <a16:creationId xmlns:a16="http://schemas.microsoft.com/office/drawing/2014/main" id="{F490975B-EFA9-80E7-2B0B-F46DC6E13B8C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4507627" y="2894744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1132;p112">
            <a:extLst>
              <a:ext uri="{FF2B5EF4-FFF2-40B4-BE49-F238E27FC236}">
                <a16:creationId xmlns:a16="http://schemas.microsoft.com/office/drawing/2014/main" id="{5DA6CEEC-1DD4-A631-656E-3E11530AACDE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4507627" y="4295751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1133;p112">
            <a:extLst>
              <a:ext uri="{FF2B5EF4-FFF2-40B4-BE49-F238E27FC236}">
                <a16:creationId xmlns:a16="http://schemas.microsoft.com/office/drawing/2014/main" id="{64B111D0-92B0-FC85-B52F-1A58B25D4DAE}"/>
              </a:ext>
            </a:extLst>
          </p:cNvPr>
          <p:cNvSpPr txBox="1">
            <a:spLocks noGrp="1"/>
          </p:cNvSpPr>
          <p:nvPr>
            <p:ph type="body" idx="4"/>
          </p:nvPr>
        </p:nvSpPr>
        <p:spPr>
          <a:xfrm>
            <a:off x="4507627" y="5635153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pic>
        <p:nvPicPr>
          <p:cNvPr id="34" name="Afbeelding 33">
            <a:extLst>
              <a:ext uri="{FF2B5EF4-FFF2-40B4-BE49-F238E27FC236}">
                <a16:creationId xmlns:a16="http://schemas.microsoft.com/office/drawing/2014/main" id="{E139790F-0636-7E6B-578C-7551641CCB2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5620" t="7315" r="25609"/>
          <a:stretch/>
        </p:blipFill>
        <p:spPr>
          <a:xfrm>
            <a:off x="-4" y="0"/>
            <a:ext cx="3366657" cy="7106754"/>
          </a:xfrm>
          <a:prstGeom prst="rect">
            <a:avLst/>
          </a:prstGeom>
        </p:spPr>
      </p:pic>
      <p:grpSp>
        <p:nvGrpSpPr>
          <p:cNvPr id="27" name="Groep 26">
            <a:extLst>
              <a:ext uri="{FF2B5EF4-FFF2-40B4-BE49-F238E27FC236}">
                <a16:creationId xmlns:a16="http://schemas.microsoft.com/office/drawing/2014/main" id="{5F43180C-8843-AE3F-BA5E-982448DCF885}"/>
              </a:ext>
            </a:extLst>
          </p:cNvPr>
          <p:cNvGrpSpPr/>
          <p:nvPr userDrawn="1"/>
        </p:nvGrpSpPr>
        <p:grpSpPr>
          <a:xfrm>
            <a:off x="2898652" y="1311130"/>
            <a:ext cx="936001" cy="936000"/>
            <a:chOff x="2898653" y="786481"/>
            <a:chExt cx="936001" cy="936000"/>
          </a:xfrm>
        </p:grpSpPr>
        <p:sp>
          <p:nvSpPr>
            <p:cNvPr id="18" name="Google Shape;1135;p112">
              <a:extLst>
                <a:ext uri="{FF2B5EF4-FFF2-40B4-BE49-F238E27FC236}">
                  <a16:creationId xmlns:a16="http://schemas.microsoft.com/office/drawing/2014/main" id="{D5ABB8C1-75B2-A86E-F8C7-91C0BE91A000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898653" y="786481"/>
              <a:ext cx="936001" cy="936000"/>
            </a:xfrm>
            <a:prstGeom prst="ellipse">
              <a:avLst/>
            </a:prstGeom>
            <a:solidFill>
              <a:srgbClr val="EE7444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1"/>
                <a:buFont typeface="Arial"/>
                <a:buNone/>
              </a:pPr>
              <a:endParaRPr sz="180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1136;p112">
              <a:extLst>
                <a:ext uri="{FF2B5EF4-FFF2-40B4-BE49-F238E27FC236}">
                  <a16:creationId xmlns:a16="http://schemas.microsoft.com/office/drawing/2014/main" id="{461538B8-01F7-08AB-6AC0-01D8939D6374}"/>
                </a:ext>
              </a:extLst>
            </p:cNvPr>
            <p:cNvSpPr txBox="1"/>
            <p:nvPr userDrawn="1"/>
          </p:nvSpPr>
          <p:spPr>
            <a:xfrm>
              <a:off x="3144403" y="1005624"/>
              <a:ext cx="444500" cy="5847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nl-NL" sz="3200" b="1" i="0" u="none" strike="noStrike" cap="none" dirty="0">
                  <a:solidFill>
                    <a:schemeClr val="lt1"/>
                  </a:solidFill>
                  <a:latin typeface="Avenir"/>
                  <a:ea typeface="Avenir"/>
                  <a:cs typeface="Avenir"/>
                  <a:sym typeface="Avenir"/>
                </a:rPr>
                <a:t>1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" name="Groep 25">
            <a:extLst>
              <a:ext uri="{FF2B5EF4-FFF2-40B4-BE49-F238E27FC236}">
                <a16:creationId xmlns:a16="http://schemas.microsoft.com/office/drawing/2014/main" id="{2F119CDA-ADAB-6B8E-0DD5-2D9D9A97B6BF}"/>
              </a:ext>
            </a:extLst>
          </p:cNvPr>
          <p:cNvGrpSpPr/>
          <p:nvPr userDrawn="1"/>
        </p:nvGrpSpPr>
        <p:grpSpPr>
          <a:xfrm>
            <a:off x="2898652" y="2682916"/>
            <a:ext cx="936001" cy="936000"/>
            <a:chOff x="2898653" y="2118637"/>
            <a:chExt cx="936001" cy="936000"/>
          </a:xfrm>
        </p:grpSpPr>
        <p:sp>
          <p:nvSpPr>
            <p:cNvPr id="20" name="Google Shape;1139;p112">
              <a:extLst>
                <a:ext uri="{FF2B5EF4-FFF2-40B4-BE49-F238E27FC236}">
                  <a16:creationId xmlns:a16="http://schemas.microsoft.com/office/drawing/2014/main" id="{928CE524-9EB1-2AFC-AB50-73B241E04A2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898653" y="2118637"/>
              <a:ext cx="936001" cy="936000"/>
            </a:xfrm>
            <a:prstGeom prst="ellipse">
              <a:avLst/>
            </a:prstGeom>
            <a:solidFill>
              <a:srgbClr val="D4D4D5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1"/>
                <a:buFont typeface="Arial"/>
                <a:buNone/>
              </a:pPr>
              <a:endParaRPr sz="180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1142;p112">
              <a:extLst>
                <a:ext uri="{FF2B5EF4-FFF2-40B4-BE49-F238E27FC236}">
                  <a16:creationId xmlns:a16="http://schemas.microsoft.com/office/drawing/2014/main" id="{3DA9C50D-5303-1D8E-C779-441EE7ABF6B9}"/>
                </a:ext>
              </a:extLst>
            </p:cNvPr>
            <p:cNvSpPr txBox="1"/>
            <p:nvPr userDrawn="1"/>
          </p:nvSpPr>
          <p:spPr>
            <a:xfrm>
              <a:off x="3144403" y="2316865"/>
              <a:ext cx="444500" cy="5847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nl-NL" sz="3200" b="1" i="0" u="none" strike="noStrike" cap="none" dirty="0">
                  <a:solidFill>
                    <a:schemeClr val="lt1"/>
                  </a:solidFill>
                  <a:latin typeface="Avenir"/>
                  <a:ea typeface="Avenir"/>
                  <a:cs typeface="Avenir"/>
                  <a:sym typeface="Avenir"/>
                </a:rPr>
                <a:t>2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" name="Groep 24">
            <a:extLst>
              <a:ext uri="{FF2B5EF4-FFF2-40B4-BE49-F238E27FC236}">
                <a16:creationId xmlns:a16="http://schemas.microsoft.com/office/drawing/2014/main" id="{DC709613-98C2-4195-84F0-20A13BA3C5BF}"/>
              </a:ext>
            </a:extLst>
          </p:cNvPr>
          <p:cNvGrpSpPr/>
          <p:nvPr userDrawn="1"/>
        </p:nvGrpSpPr>
        <p:grpSpPr>
          <a:xfrm>
            <a:off x="2898652" y="4054130"/>
            <a:ext cx="936001" cy="936000"/>
            <a:chOff x="2898653" y="3450793"/>
            <a:chExt cx="936001" cy="936000"/>
          </a:xfrm>
        </p:grpSpPr>
        <p:sp>
          <p:nvSpPr>
            <p:cNvPr id="22" name="Google Shape;1145;p112">
              <a:extLst>
                <a:ext uri="{FF2B5EF4-FFF2-40B4-BE49-F238E27FC236}">
                  <a16:creationId xmlns:a16="http://schemas.microsoft.com/office/drawing/2014/main" id="{F788213D-2F9B-A546-7D44-C96A1059268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898653" y="3450793"/>
              <a:ext cx="936001" cy="936000"/>
            </a:xfrm>
            <a:prstGeom prst="ellipse">
              <a:avLst/>
            </a:prstGeom>
            <a:solidFill>
              <a:srgbClr val="D4D4D5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1"/>
                <a:buFont typeface="Arial"/>
                <a:buNone/>
              </a:pPr>
              <a:endParaRPr sz="180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" name="Google Shape;1146;p112">
              <a:extLst>
                <a:ext uri="{FF2B5EF4-FFF2-40B4-BE49-F238E27FC236}">
                  <a16:creationId xmlns:a16="http://schemas.microsoft.com/office/drawing/2014/main" id="{DD73B8F6-562B-178C-2CEF-DFA5FA6EDDFE}"/>
                </a:ext>
              </a:extLst>
            </p:cNvPr>
            <p:cNvSpPr txBox="1"/>
            <p:nvPr userDrawn="1"/>
          </p:nvSpPr>
          <p:spPr>
            <a:xfrm>
              <a:off x="3155978" y="3658790"/>
              <a:ext cx="444500" cy="5847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nl-NL" sz="3200" b="1" i="0" u="none" strike="noStrike" cap="none" dirty="0">
                  <a:solidFill>
                    <a:schemeClr val="lt1"/>
                  </a:solidFill>
                  <a:latin typeface="Avenir"/>
                  <a:ea typeface="Avenir"/>
                  <a:cs typeface="Avenir"/>
                  <a:sym typeface="Avenir"/>
                </a:rPr>
                <a:t>3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" name="Groep 6">
            <a:extLst>
              <a:ext uri="{FF2B5EF4-FFF2-40B4-BE49-F238E27FC236}">
                <a16:creationId xmlns:a16="http://schemas.microsoft.com/office/drawing/2014/main" id="{87278EEB-FCE5-D625-D069-B56B2D4DCCB5}"/>
              </a:ext>
            </a:extLst>
          </p:cNvPr>
          <p:cNvGrpSpPr/>
          <p:nvPr userDrawn="1"/>
        </p:nvGrpSpPr>
        <p:grpSpPr>
          <a:xfrm>
            <a:off x="2898652" y="5425916"/>
            <a:ext cx="936001" cy="936000"/>
            <a:chOff x="2898653" y="4780815"/>
            <a:chExt cx="936001" cy="936000"/>
          </a:xfrm>
        </p:grpSpPr>
        <p:sp>
          <p:nvSpPr>
            <p:cNvPr id="2" name="Google Shape;1139;p112">
              <a:extLst>
                <a:ext uri="{FF2B5EF4-FFF2-40B4-BE49-F238E27FC236}">
                  <a16:creationId xmlns:a16="http://schemas.microsoft.com/office/drawing/2014/main" id="{4D4CB46B-2A4A-5215-35BD-1952746D5853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898653" y="4780815"/>
              <a:ext cx="936001" cy="936000"/>
            </a:xfrm>
            <a:prstGeom prst="ellipse">
              <a:avLst/>
            </a:prstGeom>
            <a:solidFill>
              <a:srgbClr val="D4D4D5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1"/>
                <a:buFont typeface="Arial"/>
                <a:buNone/>
              </a:pPr>
              <a:endParaRPr sz="180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" name="Google Shape;1142;p112">
              <a:extLst>
                <a:ext uri="{FF2B5EF4-FFF2-40B4-BE49-F238E27FC236}">
                  <a16:creationId xmlns:a16="http://schemas.microsoft.com/office/drawing/2014/main" id="{6F0B3711-9E60-FD90-14ED-7FE6C1B00752}"/>
                </a:ext>
              </a:extLst>
            </p:cNvPr>
            <p:cNvSpPr txBox="1"/>
            <p:nvPr userDrawn="1"/>
          </p:nvSpPr>
          <p:spPr>
            <a:xfrm>
              <a:off x="3144403" y="4979043"/>
              <a:ext cx="444500" cy="5847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nl-NL" sz="3200" b="1" i="0" u="none" strike="noStrike" cap="none" dirty="0">
                  <a:solidFill>
                    <a:schemeClr val="lt1"/>
                  </a:solidFill>
                  <a:latin typeface="Avenir"/>
                  <a:ea typeface="Arial"/>
                  <a:cs typeface="Arial"/>
                  <a:sym typeface="Avenir"/>
                </a:rPr>
                <a:t>4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12007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ofdstuk indeling 2 va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1126;p112">
            <a:extLst>
              <a:ext uri="{FF2B5EF4-FFF2-40B4-BE49-F238E27FC236}">
                <a16:creationId xmlns:a16="http://schemas.microsoft.com/office/drawing/2014/main" id="{700555FD-BB7A-DFBA-63F8-AE9C23A9CEDC}"/>
              </a:ext>
            </a:extLst>
          </p:cNvPr>
          <p:cNvSpPr/>
          <p:nvPr userDrawn="1"/>
        </p:nvSpPr>
        <p:spPr>
          <a:xfrm rot="5400000">
            <a:off x="-2150868" y="2150103"/>
            <a:ext cx="7668388" cy="3366655"/>
          </a:xfrm>
          <a:prstGeom prst="rect">
            <a:avLst/>
          </a:prstGeom>
          <a:solidFill>
            <a:srgbClr val="39364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129;p112">
            <a:extLst>
              <a:ext uri="{FF2B5EF4-FFF2-40B4-BE49-F238E27FC236}">
                <a16:creationId xmlns:a16="http://schemas.microsoft.com/office/drawing/2014/main" id="{01E5EBB9-91B5-9E95-62CC-551C9D63B66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7627332" y="7106754"/>
            <a:ext cx="2429947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NL"/>
              <a:t>‹nr.›</a:t>
            </a:fld>
            <a:endParaRPr/>
          </a:p>
        </p:txBody>
      </p:sp>
      <p:pic>
        <p:nvPicPr>
          <p:cNvPr id="24" name="Afbeelding 23">
            <a:extLst>
              <a:ext uri="{FF2B5EF4-FFF2-40B4-BE49-F238E27FC236}">
                <a16:creationId xmlns:a16="http://schemas.microsoft.com/office/drawing/2014/main" id="{99AF4027-C0E3-0366-B560-86352B4906A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32229" y="7037304"/>
            <a:ext cx="347931" cy="316561"/>
          </a:xfrm>
          <a:prstGeom prst="rect">
            <a:avLst/>
          </a:prstGeom>
        </p:spPr>
      </p:pic>
      <p:sp>
        <p:nvSpPr>
          <p:cNvPr id="30" name="Google Shape;1130;p112">
            <a:extLst>
              <a:ext uri="{FF2B5EF4-FFF2-40B4-BE49-F238E27FC236}">
                <a16:creationId xmlns:a16="http://schemas.microsoft.com/office/drawing/2014/main" id="{0396BDB2-68B0-B5E7-72D0-E1B0A67B11E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07627" y="1515881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1131;p112">
            <a:extLst>
              <a:ext uri="{FF2B5EF4-FFF2-40B4-BE49-F238E27FC236}">
                <a16:creationId xmlns:a16="http://schemas.microsoft.com/office/drawing/2014/main" id="{F490975B-EFA9-80E7-2B0B-F46DC6E13B8C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4507627" y="2894744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1132;p112">
            <a:extLst>
              <a:ext uri="{FF2B5EF4-FFF2-40B4-BE49-F238E27FC236}">
                <a16:creationId xmlns:a16="http://schemas.microsoft.com/office/drawing/2014/main" id="{5DA6CEEC-1DD4-A631-656E-3E11530AACDE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4507627" y="4295751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1133;p112">
            <a:extLst>
              <a:ext uri="{FF2B5EF4-FFF2-40B4-BE49-F238E27FC236}">
                <a16:creationId xmlns:a16="http://schemas.microsoft.com/office/drawing/2014/main" id="{64B111D0-92B0-FC85-B52F-1A58B25D4DAE}"/>
              </a:ext>
            </a:extLst>
          </p:cNvPr>
          <p:cNvSpPr txBox="1">
            <a:spLocks noGrp="1"/>
          </p:cNvSpPr>
          <p:nvPr>
            <p:ph type="body" idx="4"/>
          </p:nvPr>
        </p:nvSpPr>
        <p:spPr>
          <a:xfrm>
            <a:off x="4507627" y="5635153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pic>
        <p:nvPicPr>
          <p:cNvPr id="4" name="Afbeelding 3">
            <a:extLst>
              <a:ext uri="{FF2B5EF4-FFF2-40B4-BE49-F238E27FC236}">
                <a16:creationId xmlns:a16="http://schemas.microsoft.com/office/drawing/2014/main" id="{77662A71-C6C7-F18E-8460-AD21A1E7F5D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5620" t="7315" r="25609"/>
          <a:stretch/>
        </p:blipFill>
        <p:spPr>
          <a:xfrm>
            <a:off x="-4" y="0"/>
            <a:ext cx="3366657" cy="7106754"/>
          </a:xfrm>
          <a:prstGeom prst="rect">
            <a:avLst/>
          </a:prstGeom>
        </p:spPr>
      </p:pic>
      <p:grpSp>
        <p:nvGrpSpPr>
          <p:cNvPr id="27" name="Groep 26">
            <a:extLst>
              <a:ext uri="{FF2B5EF4-FFF2-40B4-BE49-F238E27FC236}">
                <a16:creationId xmlns:a16="http://schemas.microsoft.com/office/drawing/2014/main" id="{5F43180C-8843-AE3F-BA5E-982448DCF885}"/>
              </a:ext>
            </a:extLst>
          </p:cNvPr>
          <p:cNvGrpSpPr/>
          <p:nvPr userDrawn="1"/>
        </p:nvGrpSpPr>
        <p:grpSpPr>
          <a:xfrm>
            <a:off x="2898652" y="1311130"/>
            <a:ext cx="936001" cy="936000"/>
            <a:chOff x="2898653" y="786481"/>
            <a:chExt cx="936001" cy="936000"/>
          </a:xfrm>
          <a:solidFill>
            <a:srgbClr val="D4D4D5"/>
          </a:solidFill>
        </p:grpSpPr>
        <p:sp>
          <p:nvSpPr>
            <p:cNvPr id="18" name="Google Shape;1135;p112">
              <a:extLst>
                <a:ext uri="{FF2B5EF4-FFF2-40B4-BE49-F238E27FC236}">
                  <a16:creationId xmlns:a16="http://schemas.microsoft.com/office/drawing/2014/main" id="{D5ABB8C1-75B2-A86E-F8C7-91C0BE91A000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898653" y="786481"/>
              <a:ext cx="936001" cy="936000"/>
            </a:xfrm>
            <a:prstGeom prst="ellipse">
              <a:avLst/>
            </a:prstGeom>
            <a:grpFill/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1"/>
                <a:buFont typeface="Arial"/>
                <a:buNone/>
              </a:pPr>
              <a:endParaRPr sz="180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1136;p112">
              <a:extLst>
                <a:ext uri="{FF2B5EF4-FFF2-40B4-BE49-F238E27FC236}">
                  <a16:creationId xmlns:a16="http://schemas.microsoft.com/office/drawing/2014/main" id="{461538B8-01F7-08AB-6AC0-01D8939D6374}"/>
                </a:ext>
              </a:extLst>
            </p:cNvPr>
            <p:cNvSpPr txBox="1"/>
            <p:nvPr userDrawn="1"/>
          </p:nvSpPr>
          <p:spPr>
            <a:xfrm>
              <a:off x="3144403" y="1005624"/>
              <a:ext cx="444500" cy="584775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nl-NL" sz="3200" b="1" i="0" u="none" strike="noStrike" cap="none" dirty="0">
                  <a:solidFill>
                    <a:schemeClr val="lt1"/>
                  </a:solidFill>
                  <a:latin typeface="Avenir"/>
                  <a:ea typeface="Avenir"/>
                  <a:cs typeface="Avenir"/>
                  <a:sym typeface="Avenir"/>
                </a:rPr>
                <a:t>1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" name="Groep 25">
            <a:extLst>
              <a:ext uri="{FF2B5EF4-FFF2-40B4-BE49-F238E27FC236}">
                <a16:creationId xmlns:a16="http://schemas.microsoft.com/office/drawing/2014/main" id="{2F119CDA-ADAB-6B8E-0DD5-2D9D9A97B6BF}"/>
              </a:ext>
            </a:extLst>
          </p:cNvPr>
          <p:cNvGrpSpPr/>
          <p:nvPr userDrawn="1"/>
        </p:nvGrpSpPr>
        <p:grpSpPr>
          <a:xfrm>
            <a:off x="2898652" y="2682916"/>
            <a:ext cx="936001" cy="936000"/>
            <a:chOff x="2898653" y="2118637"/>
            <a:chExt cx="936001" cy="936000"/>
          </a:xfrm>
          <a:solidFill>
            <a:srgbClr val="EE7444"/>
          </a:solidFill>
        </p:grpSpPr>
        <p:sp>
          <p:nvSpPr>
            <p:cNvPr id="20" name="Google Shape;1139;p112">
              <a:extLst>
                <a:ext uri="{FF2B5EF4-FFF2-40B4-BE49-F238E27FC236}">
                  <a16:creationId xmlns:a16="http://schemas.microsoft.com/office/drawing/2014/main" id="{928CE524-9EB1-2AFC-AB50-73B241E04A2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898653" y="2118637"/>
              <a:ext cx="936001" cy="936000"/>
            </a:xfrm>
            <a:prstGeom prst="ellipse">
              <a:avLst/>
            </a:prstGeom>
            <a:grpFill/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1"/>
                <a:buFont typeface="Arial"/>
                <a:buNone/>
              </a:pPr>
              <a:endParaRPr sz="180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1142;p112">
              <a:extLst>
                <a:ext uri="{FF2B5EF4-FFF2-40B4-BE49-F238E27FC236}">
                  <a16:creationId xmlns:a16="http://schemas.microsoft.com/office/drawing/2014/main" id="{3DA9C50D-5303-1D8E-C779-441EE7ABF6B9}"/>
                </a:ext>
              </a:extLst>
            </p:cNvPr>
            <p:cNvSpPr txBox="1"/>
            <p:nvPr userDrawn="1"/>
          </p:nvSpPr>
          <p:spPr>
            <a:xfrm>
              <a:off x="3144403" y="2316865"/>
              <a:ext cx="444500" cy="584775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nl-NL" sz="3200" b="1" i="0" u="none" strike="noStrike" cap="none" dirty="0">
                  <a:solidFill>
                    <a:schemeClr val="lt1"/>
                  </a:solidFill>
                  <a:latin typeface="Avenir"/>
                  <a:ea typeface="Avenir"/>
                  <a:cs typeface="Avenir"/>
                  <a:sym typeface="Avenir"/>
                </a:rPr>
                <a:t>2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" name="Groep 24">
            <a:extLst>
              <a:ext uri="{FF2B5EF4-FFF2-40B4-BE49-F238E27FC236}">
                <a16:creationId xmlns:a16="http://schemas.microsoft.com/office/drawing/2014/main" id="{DC709613-98C2-4195-84F0-20A13BA3C5BF}"/>
              </a:ext>
            </a:extLst>
          </p:cNvPr>
          <p:cNvGrpSpPr/>
          <p:nvPr userDrawn="1"/>
        </p:nvGrpSpPr>
        <p:grpSpPr>
          <a:xfrm>
            <a:off x="2898652" y="4054130"/>
            <a:ext cx="936001" cy="936000"/>
            <a:chOff x="2898653" y="3450793"/>
            <a:chExt cx="936001" cy="936000"/>
          </a:xfrm>
        </p:grpSpPr>
        <p:sp>
          <p:nvSpPr>
            <p:cNvPr id="22" name="Google Shape;1145;p112">
              <a:extLst>
                <a:ext uri="{FF2B5EF4-FFF2-40B4-BE49-F238E27FC236}">
                  <a16:creationId xmlns:a16="http://schemas.microsoft.com/office/drawing/2014/main" id="{F788213D-2F9B-A546-7D44-C96A1059268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898653" y="3450793"/>
              <a:ext cx="936001" cy="936000"/>
            </a:xfrm>
            <a:prstGeom prst="ellipse">
              <a:avLst/>
            </a:prstGeom>
            <a:solidFill>
              <a:srgbClr val="D4D4D5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1"/>
                <a:buFont typeface="Arial"/>
                <a:buNone/>
              </a:pPr>
              <a:endParaRPr sz="180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" name="Google Shape;1146;p112">
              <a:extLst>
                <a:ext uri="{FF2B5EF4-FFF2-40B4-BE49-F238E27FC236}">
                  <a16:creationId xmlns:a16="http://schemas.microsoft.com/office/drawing/2014/main" id="{DD73B8F6-562B-178C-2CEF-DFA5FA6EDDFE}"/>
                </a:ext>
              </a:extLst>
            </p:cNvPr>
            <p:cNvSpPr txBox="1"/>
            <p:nvPr userDrawn="1"/>
          </p:nvSpPr>
          <p:spPr>
            <a:xfrm>
              <a:off x="3155978" y="3658790"/>
              <a:ext cx="444500" cy="5847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nl-NL" sz="3200" b="1" i="0" u="none" strike="noStrike" cap="none" dirty="0">
                  <a:solidFill>
                    <a:schemeClr val="lt1"/>
                  </a:solidFill>
                  <a:latin typeface="Avenir"/>
                  <a:ea typeface="Avenir"/>
                  <a:cs typeface="Avenir"/>
                  <a:sym typeface="Avenir"/>
                </a:rPr>
                <a:t>3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" name="Groep 6">
            <a:extLst>
              <a:ext uri="{FF2B5EF4-FFF2-40B4-BE49-F238E27FC236}">
                <a16:creationId xmlns:a16="http://schemas.microsoft.com/office/drawing/2014/main" id="{87278EEB-FCE5-D625-D069-B56B2D4DCCB5}"/>
              </a:ext>
            </a:extLst>
          </p:cNvPr>
          <p:cNvGrpSpPr/>
          <p:nvPr userDrawn="1"/>
        </p:nvGrpSpPr>
        <p:grpSpPr>
          <a:xfrm>
            <a:off x="2898652" y="5425916"/>
            <a:ext cx="936001" cy="936000"/>
            <a:chOff x="2898653" y="4780815"/>
            <a:chExt cx="936001" cy="936000"/>
          </a:xfrm>
        </p:grpSpPr>
        <p:sp>
          <p:nvSpPr>
            <p:cNvPr id="2" name="Google Shape;1139;p112">
              <a:extLst>
                <a:ext uri="{FF2B5EF4-FFF2-40B4-BE49-F238E27FC236}">
                  <a16:creationId xmlns:a16="http://schemas.microsoft.com/office/drawing/2014/main" id="{4D4CB46B-2A4A-5215-35BD-1952746D5853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898653" y="4780815"/>
              <a:ext cx="936001" cy="936000"/>
            </a:xfrm>
            <a:prstGeom prst="ellipse">
              <a:avLst/>
            </a:prstGeom>
            <a:solidFill>
              <a:srgbClr val="D4D4D5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1"/>
                <a:buFont typeface="Arial"/>
                <a:buNone/>
              </a:pPr>
              <a:endParaRPr sz="180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" name="Google Shape;1142;p112">
              <a:extLst>
                <a:ext uri="{FF2B5EF4-FFF2-40B4-BE49-F238E27FC236}">
                  <a16:creationId xmlns:a16="http://schemas.microsoft.com/office/drawing/2014/main" id="{6F0B3711-9E60-FD90-14ED-7FE6C1B00752}"/>
                </a:ext>
              </a:extLst>
            </p:cNvPr>
            <p:cNvSpPr txBox="1"/>
            <p:nvPr userDrawn="1"/>
          </p:nvSpPr>
          <p:spPr>
            <a:xfrm>
              <a:off x="3144403" y="4979043"/>
              <a:ext cx="444500" cy="5847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nl-NL" sz="3200" b="1" i="0" u="none" strike="noStrike" cap="none" dirty="0">
                  <a:solidFill>
                    <a:schemeClr val="lt1"/>
                  </a:solidFill>
                  <a:latin typeface="Avenir"/>
                  <a:ea typeface="Arial"/>
                  <a:cs typeface="Arial"/>
                  <a:sym typeface="Avenir"/>
                </a:rPr>
                <a:t>4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558940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ofdstuk indeling 3 va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1126;p112">
            <a:extLst>
              <a:ext uri="{FF2B5EF4-FFF2-40B4-BE49-F238E27FC236}">
                <a16:creationId xmlns:a16="http://schemas.microsoft.com/office/drawing/2014/main" id="{700555FD-BB7A-DFBA-63F8-AE9C23A9CEDC}"/>
              </a:ext>
            </a:extLst>
          </p:cNvPr>
          <p:cNvSpPr/>
          <p:nvPr userDrawn="1"/>
        </p:nvSpPr>
        <p:spPr>
          <a:xfrm rot="5400000">
            <a:off x="-2150868" y="2150103"/>
            <a:ext cx="7668388" cy="3366655"/>
          </a:xfrm>
          <a:prstGeom prst="rect">
            <a:avLst/>
          </a:prstGeom>
          <a:solidFill>
            <a:srgbClr val="39364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129;p112">
            <a:extLst>
              <a:ext uri="{FF2B5EF4-FFF2-40B4-BE49-F238E27FC236}">
                <a16:creationId xmlns:a16="http://schemas.microsoft.com/office/drawing/2014/main" id="{01E5EBB9-91B5-9E95-62CC-551C9D63B66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7627332" y="7106754"/>
            <a:ext cx="2429947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NL"/>
              <a:t>‹nr.›</a:t>
            </a:fld>
            <a:endParaRPr/>
          </a:p>
        </p:txBody>
      </p:sp>
      <p:pic>
        <p:nvPicPr>
          <p:cNvPr id="24" name="Afbeelding 23">
            <a:extLst>
              <a:ext uri="{FF2B5EF4-FFF2-40B4-BE49-F238E27FC236}">
                <a16:creationId xmlns:a16="http://schemas.microsoft.com/office/drawing/2014/main" id="{99AF4027-C0E3-0366-B560-86352B4906A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32229" y="7037304"/>
            <a:ext cx="347931" cy="316561"/>
          </a:xfrm>
          <a:prstGeom prst="rect">
            <a:avLst/>
          </a:prstGeom>
        </p:spPr>
      </p:pic>
      <p:sp>
        <p:nvSpPr>
          <p:cNvPr id="30" name="Google Shape;1130;p112">
            <a:extLst>
              <a:ext uri="{FF2B5EF4-FFF2-40B4-BE49-F238E27FC236}">
                <a16:creationId xmlns:a16="http://schemas.microsoft.com/office/drawing/2014/main" id="{0396BDB2-68B0-B5E7-72D0-E1B0A67B11E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07627" y="1515881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31" name="Google Shape;1131;p112">
            <a:extLst>
              <a:ext uri="{FF2B5EF4-FFF2-40B4-BE49-F238E27FC236}">
                <a16:creationId xmlns:a16="http://schemas.microsoft.com/office/drawing/2014/main" id="{F490975B-EFA9-80E7-2B0B-F46DC6E13B8C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4507627" y="2894744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1132;p112">
            <a:extLst>
              <a:ext uri="{FF2B5EF4-FFF2-40B4-BE49-F238E27FC236}">
                <a16:creationId xmlns:a16="http://schemas.microsoft.com/office/drawing/2014/main" id="{5DA6CEEC-1DD4-A631-656E-3E11530AACDE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4507627" y="4295751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1133;p112">
            <a:extLst>
              <a:ext uri="{FF2B5EF4-FFF2-40B4-BE49-F238E27FC236}">
                <a16:creationId xmlns:a16="http://schemas.microsoft.com/office/drawing/2014/main" id="{64B111D0-92B0-FC85-B52F-1A58B25D4DAE}"/>
              </a:ext>
            </a:extLst>
          </p:cNvPr>
          <p:cNvSpPr txBox="1">
            <a:spLocks noGrp="1"/>
          </p:cNvSpPr>
          <p:nvPr>
            <p:ph type="body" idx="4"/>
          </p:nvPr>
        </p:nvSpPr>
        <p:spPr>
          <a:xfrm>
            <a:off x="4507627" y="5635153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pic>
        <p:nvPicPr>
          <p:cNvPr id="4" name="Afbeelding 3">
            <a:extLst>
              <a:ext uri="{FF2B5EF4-FFF2-40B4-BE49-F238E27FC236}">
                <a16:creationId xmlns:a16="http://schemas.microsoft.com/office/drawing/2014/main" id="{9C01C20D-9658-FBBB-D652-6B5AF661117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5620" t="7315" r="25609"/>
          <a:stretch/>
        </p:blipFill>
        <p:spPr>
          <a:xfrm>
            <a:off x="-4" y="0"/>
            <a:ext cx="3366657" cy="7106754"/>
          </a:xfrm>
          <a:prstGeom prst="rect">
            <a:avLst/>
          </a:prstGeom>
        </p:spPr>
      </p:pic>
      <p:grpSp>
        <p:nvGrpSpPr>
          <p:cNvPr id="27" name="Groep 26">
            <a:extLst>
              <a:ext uri="{FF2B5EF4-FFF2-40B4-BE49-F238E27FC236}">
                <a16:creationId xmlns:a16="http://schemas.microsoft.com/office/drawing/2014/main" id="{5F43180C-8843-AE3F-BA5E-982448DCF885}"/>
              </a:ext>
            </a:extLst>
          </p:cNvPr>
          <p:cNvGrpSpPr/>
          <p:nvPr userDrawn="1"/>
        </p:nvGrpSpPr>
        <p:grpSpPr>
          <a:xfrm>
            <a:off x="2898652" y="1311130"/>
            <a:ext cx="936001" cy="936000"/>
            <a:chOff x="2898653" y="786481"/>
            <a:chExt cx="936001" cy="936000"/>
          </a:xfrm>
          <a:solidFill>
            <a:srgbClr val="D4D4D5"/>
          </a:solidFill>
        </p:grpSpPr>
        <p:sp>
          <p:nvSpPr>
            <p:cNvPr id="18" name="Google Shape;1135;p112">
              <a:extLst>
                <a:ext uri="{FF2B5EF4-FFF2-40B4-BE49-F238E27FC236}">
                  <a16:creationId xmlns:a16="http://schemas.microsoft.com/office/drawing/2014/main" id="{D5ABB8C1-75B2-A86E-F8C7-91C0BE91A000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898653" y="786481"/>
              <a:ext cx="936001" cy="936000"/>
            </a:xfrm>
            <a:prstGeom prst="ellipse">
              <a:avLst/>
            </a:prstGeom>
            <a:grpFill/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1"/>
                <a:buFont typeface="Arial"/>
                <a:buNone/>
              </a:pPr>
              <a:endParaRPr sz="180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1136;p112">
              <a:extLst>
                <a:ext uri="{FF2B5EF4-FFF2-40B4-BE49-F238E27FC236}">
                  <a16:creationId xmlns:a16="http://schemas.microsoft.com/office/drawing/2014/main" id="{461538B8-01F7-08AB-6AC0-01D8939D6374}"/>
                </a:ext>
              </a:extLst>
            </p:cNvPr>
            <p:cNvSpPr txBox="1"/>
            <p:nvPr userDrawn="1"/>
          </p:nvSpPr>
          <p:spPr>
            <a:xfrm>
              <a:off x="3144403" y="1005624"/>
              <a:ext cx="444500" cy="584775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nl-NL" sz="3200" b="1" i="0" u="none" strike="noStrike" cap="none" dirty="0">
                  <a:solidFill>
                    <a:schemeClr val="lt1"/>
                  </a:solidFill>
                  <a:latin typeface="Avenir"/>
                  <a:ea typeface="Avenir"/>
                  <a:cs typeface="Avenir"/>
                  <a:sym typeface="Avenir"/>
                </a:rPr>
                <a:t>1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" name="Groep 25">
            <a:extLst>
              <a:ext uri="{FF2B5EF4-FFF2-40B4-BE49-F238E27FC236}">
                <a16:creationId xmlns:a16="http://schemas.microsoft.com/office/drawing/2014/main" id="{2F119CDA-ADAB-6B8E-0DD5-2D9D9A97B6BF}"/>
              </a:ext>
            </a:extLst>
          </p:cNvPr>
          <p:cNvGrpSpPr/>
          <p:nvPr userDrawn="1"/>
        </p:nvGrpSpPr>
        <p:grpSpPr>
          <a:xfrm>
            <a:off x="2898652" y="2682916"/>
            <a:ext cx="936001" cy="936000"/>
            <a:chOff x="2898653" y="2118637"/>
            <a:chExt cx="936001" cy="936000"/>
          </a:xfrm>
        </p:grpSpPr>
        <p:sp>
          <p:nvSpPr>
            <p:cNvPr id="20" name="Google Shape;1139;p112">
              <a:extLst>
                <a:ext uri="{FF2B5EF4-FFF2-40B4-BE49-F238E27FC236}">
                  <a16:creationId xmlns:a16="http://schemas.microsoft.com/office/drawing/2014/main" id="{928CE524-9EB1-2AFC-AB50-73B241E04A2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898653" y="2118637"/>
              <a:ext cx="936001" cy="936000"/>
            </a:xfrm>
            <a:prstGeom prst="ellipse">
              <a:avLst/>
            </a:prstGeom>
            <a:solidFill>
              <a:srgbClr val="D4D4D5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1"/>
                <a:buFont typeface="Arial"/>
                <a:buNone/>
              </a:pPr>
              <a:endParaRPr sz="180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1142;p112">
              <a:extLst>
                <a:ext uri="{FF2B5EF4-FFF2-40B4-BE49-F238E27FC236}">
                  <a16:creationId xmlns:a16="http://schemas.microsoft.com/office/drawing/2014/main" id="{3DA9C50D-5303-1D8E-C779-441EE7ABF6B9}"/>
                </a:ext>
              </a:extLst>
            </p:cNvPr>
            <p:cNvSpPr txBox="1"/>
            <p:nvPr userDrawn="1"/>
          </p:nvSpPr>
          <p:spPr>
            <a:xfrm>
              <a:off x="3144403" y="2316865"/>
              <a:ext cx="444500" cy="5847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nl-NL" sz="3200" b="1" i="0" u="none" strike="noStrike" cap="none" dirty="0">
                  <a:solidFill>
                    <a:schemeClr val="lt1"/>
                  </a:solidFill>
                  <a:latin typeface="Avenir"/>
                  <a:ea typeface="Avenir"/>
                  <a:cs typeface="Avenir"/>
                  <a:sym typeface="Avenir"/>
                </a:rPr>
                <a:t>2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" name="Groep 24">
            <a:extLst>
              <a:ext uri="{FF2B5EF4-FFF2-40B4-BE49-F238E27FC236}">
                <a16:creationId xmlns:a16="http://schemas.microsoft.com/office/drawing/2014/main" id="{DC709613-98C2-4195-84F0-20A13BA3C5BF}"/>
              </a:ext>
            </a:extLst>
          </p:cNvPr>
          <p:cNvGrpSpPr/>
          <p:nvPr userDrawn="1"/>
        </p:nvGrpSpPr>
        <p:grpSpPr>
          <a:xfrm>
            <a:off x="2898652" y="4054130"/>
            <a:ext cx="936001" cy="936000"/>
            <a:chOff x="2898653" y="3450793"/>
            <a:chExt cx="936001" cy="936000"/>
          </a:xfrm>
          <a:solidFill>
            <a:srgbClr val="EE7444"/>
          </a:solidFill>
        </p:grpSpPr>
        <p:sp>
          <p:nvSpPr>
            <p:cNvPr id="22" name="Google Shape;1145;p112">
              <a:extLst>
                <a:ext uri="{FF2B5EF4-FFF2-40B4-BE49-F238E27FC236}">
                  <a16:creationId xmlns:a16="http://schemas.microsoft.com/office/drawing/2014/main" id="{F788213D-2F9B-A546-7D44-C96A1059268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898653" y="3450793"/>
              <a:ext cx="936001" cy="936000"/>
            </a:xfrm>
            <a:prstGeom prst="ellipse">
              <a:avLst/>
            </a:prstGeom>
            <a:grpFill/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1"/>
                <a:buFont typeface="Arial"/>
                <a:buNone/>
              </a:pPr>
              <a:endParaRPr sz="180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" name="Google Shape;1146;p112">
              <a:extLst>
                <a:ext uri="{FF2B5EF4-FFF2-40B4-BE49-F238E27FC236}">
                  <a16:creationId xmlns:a16="http://schemas.microsoft.com/office/drawing/2014/main" id="{DD73B8F6-562B-178C-2CEF-DFA5FA6EDDFE}"/>
                </a:ext>
              </a:extLst>
            </p:cNvPr>
            <p:cNvSpPr txBox="1"/>
            <p:nvPr userDrawn="1"/>
          </p:nvSpPr>
          <p:spPr>
            <a:xfrm>
              <a:off x="3155978" y="3658790"/>
              <a:ext cx="444500" cy="584775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nl-NL" sz="3200" b="1" i="0" u="none" strike="noStrike" cap="none" dirty="0">
                  <a:solidFill>
                    <a:schemeClr val="lt1"/>
                  </a:solidFill>
                  <a:latin typeface="Avenir"/>
                  <a:ea typeface="Avenir"/>
                  <a:cs typeface="Avenir"/>
                  <a:sym typeface="Avenir"/>
                </a:rPr>
                <a:t>3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" name="Groep 6">
            <a:extLst>
              <a:ext uri="{FF2B5EF4-FFF2-40B4-BE49-F238E27FC236}">
                <a16:creationId xmlns:a16="http://schemas.microsoft.com/office/drawing/2014/main" id="{87278EEB-FCE5-D625-D069-B56B2D4DCCB5}"/>
              </a:ext>
            </a:extLst>
          </p:cNvPr>
          <p:cNvGrpSpPr/>
          <p:nvPr userDrawn="1"/>
        </p:nvGrpSpPr>
        <p:grpSpPr>
          <a:xfrm>
            <a:off x="2898652" y="5425916"/>
            <a:ext cx="936001" cy="936000"/>
            <a:chOff x="2898653" y="4780815"/>
            <a:chExt cx="936001" cy="936000"/>
          </a:xfrm>
        </p:grpSpPr>
        <p:sp>
          <p:nvSpPr>
            <p:cNvPr id="2" name="Google Shape;1139;p112">
              <a:extLst>
                <a:ext uri="{FF2B5EF4-FFF2-40B4-BE49-F238E27FC236}">
                  <a16:creationId xmlns:a16="http://schemas.microsoft.com/office/drawing/2014/main" id="{4D4CB46B-2A4A-5215-35BD-1952746D5853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898653" y="4780815"/>
              <a:ext cx="936001" cy="936000"/>
            </a:xfrm>
            <a:prstGeom prst="ellipse">
              <a:avLst/>
            </a:prstGeom>
            <a:solidFill>
              <a:srgbClr val="D4D4D5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1"/>
                <a:buFont typeface="Arial"/>
                <a:buNone/>
              </a:pPr>
              <a:endParaRPr sz="180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" name="Google Shape;1142;p112">
              <a:extLst>
                <a:ext uri="{FF2B5EF4-FFF2-40B4-BE49-F238E27FC236}">
                  <a16:creationId xmlns:a16="http://schemas.microsoft.com/office/drawing/2014/main" id="{6F0B3711-9E60-FD90-14ED-7FE6C1B00752}"/>
                </a:ext>
              </a:extLst>
            </p:cNvPr>
            <p:cNvSpPr txBox="1"/>
            <p:nvPr userDrawn="1"/>
          </p:nvSpPr>
          <p:spPr>
            <a:xfrm>
              <a:off x="3144403" y="4979043"/>
              <a:ext cx="444500" cy="5847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nl-NL" sz="3200" b="1" i="0" u="none" strike="noStrike" cap="none" dirty="0">
                  <a:solidFill>
                    <a:schemeClr val="lt1"/>
                  </a:solidFill>
                  <a:latin typeface="Avenir"/>
                  <a:ea typeface="Arial"/>
                  <a:cs typeface="Arial"/>
                  <a:sym typeface="Avenir"/>
                </a:rPr>
                <a:t>4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422700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ofdstuk indeling 4 va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1126;p112">
            <a:extLst>
              <a:ext uri="{FF2B5EF4-FFF2-40B4-BE49-F238E27FC236}">
                <a16:creationId xmlns:a16="http://schemas.microsoft.com/office/drawing/2014/main" id="{700555FD-BB7A-DFBA-63F8-AE9C23A9CEDC}"/>
              </a:ext>
            </a:extLst>
          </p:cNvPr>
          <p:cNvSpPr/>
          <p:nvPr userDrawn="1"/>
        </p:nvSpPr>
        <p:spPr>
          <a:xfrm rot="5400000">
            <a:off x="-2150868" y="2150103"/>
            <a:ext cx="7668388" cy="3366655"/>
          </a:xfrm>
          <a:prstGeom prst="rect">
            <a:avLst/>
          </a:prstGeom>
          <a:solidFill>
            <a:srgbClr val="39364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129;p112">
            <a:extLst>
              <a:ext uri="{FF2B5EF4-FFF2-40B4-BE49-F238E27FC236}">
                <a16:creationId xmlns:a16="http://schemas.microsoft.com/office/drawing/2014/main" id="{01E5EBB9-91B5-9E95-62CC-551C9D63B66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7627332" y="7106754"/>
            <a:ext cx="2429947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NL"/>
              <a:t>‹nr.›</a:t>
            </a:fld>
            <a:endParaRPr/>
          </a:p>
        </p:txBody>
      </p:sp>
      <p:pic>
        <p:nvPicPr>
          <p:cNvPr id="24" name="Afbeelding 23">
            <a:extLst>
              <a:ext uri="{FF2B5EF4-FFF2-40B4-BE49-F238E27FC236}">
                <a16:creationId xmlns:a16="http://schemas.microsoft.com/office/drawing/2014/main" id="{99AF4027-C0E3-0366-B560-86352B4906A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32229" y="7037304"/>
            <a:ext cx="347931" cy="316561"/>
          </a:xfrm>
          <a:prstGeom prst="rect">
            <a:avLst/>
          </a:prstGeom>
        </p:spPr>
      </p:pic>
      <p:sp>
        <p:nvSpPr>
          <p:cNvPr id="30" name="Google Shape;1130;p112">
            <a:extLst>
              <a:ext uri="{FF2B5EF4-FFF2-40B4-BE49-F238E27FC236}">
                <a16:creationId xmlns:a16="http://schemas.microsoft.com/office/drawing/2014/main" id="{0396BDB2-68B0-B5E7-72D0-E1B0A67B11E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07627" y="1515881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31" name="Google Shape;1131;p112">
            <a:extLst>
              <a:ext uri="{FF2B5EF4-FFF2-40B4-BE49-F238E27FC236}">
                <a16:creationId xmlns:a16="http://schemas.microsoft.com/office/drawing/2014/main" id="{F490975B-EFA9-80E7-2B0B-F46DC6E13B8C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4507627" y="2894744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1132;p112">
            <a:extLst>
              <a:ext uri="{FF2B5EF4-FFF2-40B4-BE49-F238E27FC236}">
                <a16:creationId xmlns:a16="http://schemas.microsoft.com/office/drawing/2014/main" id="{5DA6CEEC-1DD4-A631-656E-3E11530AACDE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4507627" y="4295751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1133;p112">
            <a:extLst>
              <a:ext uri="{FF2B5EF4-FFF2-40B4-BE49-F238E27FC236}">
                <a16:creationId xmlns:a16="http://schemas.microsoft.com/office/drawing/2014/main" id="{64B111D0-92B0-FC85-B52F-1A58B25D4DAE}"/>
              </a:ext>
            </a:extLst>
          </p:cNvPr>
          <p:cNvSpPr txBox="1">
            <a:spLocks noGrp="1"/>
          </p:cNvSpPr>
          <p:nvPr>
            <p:ph type="body" idx="4"/>
          </p:nvPr>
        </p:nvSpPr>
        <p:spPr>
          <a:xfrm>
            <a:off x="4507627" y="5635153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pic>
        <p:nvPicPr>
          <p:cNvPr id="4" name="Afbeelding 3">
            <a:extLst>
              <a:ext uri="{FF2B5EF4-FFF2-40B4-BE49-F238E27FC236}">
                <a16:creationId xmlns:a16="http://schemas.microsoft.com/office/drawing/2014/main" id="{DC68F852-D811-5401-844E-A625832404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5620" t="7315" r="25609"/>
          <a:stretch/>
        </p:blipFill>
        <p:spPr>
          <a:xfrm>
            <a:off x="-4" y="0"/>
            <a:ext cx="3366657" cy="7106754"/>
          </a:xfrm>
          <a:prstGeom prst="rect">
            <a:avLst/>
          </a:prstGeom>
        </p:spPr>
      </p:pic>
      <p:grpSp>
        <p:nvGrpSpPr>
          <p:cNvPr id="27" name="Groep 26">
            <a:extLst>
              <a:ext uri="{FF2B5EF4-FFF2-40B4-BE49-F238E27FC236}">
                <a16:creationId xmlns:a16="http://schemas.microsoft.com/office/drawing/2014/main" id="{5F43180C-8843-AE3F-BA5E-982448DCF885}"/>
              </a:ext>
            </a:extLst>
          </p:cNvPr>
          <p:cNvGrpSpPr/>
          <p:nvPr userDrawn="1"/>
        </p:nvGrpSpPr>
        <p:grpSpPr>
          <a:xfrm>
            <a:off x="2898652" y="1311130"/>
            <a:ext cx="936001" cy="936000"/>
            <a:chOff x="2898653" y="786481"/>
            <a:chExt cx="936001" cy="936000"/>
          </a:xfrm>
          <a:solidFill>
            <a:srgbClr val="D4D4D5"/>
          </a:solidFill>
        </p:grpSpPr>
        <p:sp>
          <p:nvSpPr>
            <p:cNvPr id="18" name="Google Shape;1135;p112">
              <a:extLst>
                <a:ext uri="{FF2B5EF4-FFF2-40B4-BE49-F238E27FC236}">
                  <a16:creationId xmlns:a16="http://schemas.microsoft.com/office/drawing/2014/main" id="{D5ABB8C1-75B2-A86E-F8C7-91C0BE91A000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898653" y="786481"/>
              <a:ext cx="936001" cy="936000"/>
            </a:xfrm>
            <a:prstGeom prst="ellipse">
              <a:avLst/>
            </a:prstGeom>
            <a:grpFill/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1"/>
                <a:buFont typeface="Arial"/>
                <a:buNone/>
              </a:pPr>
              <a:endParaRPr sz="180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1136;p112">
              <a:extLst>
                <a:ext uri="{FF2B5EF4-FFF2-40B4-BE49-F238E27FC236}">
                  <a16:creationId xmlns:a16="http://schemas.microsoft.com/office/drawing/2014/main" id="{461538B8-01F7-08AB-6AC0-01D8939D6374}"/>
                </a:ext>
              </a:extLst>
            </p:cNvPr>
            <p:cNvSpPr txBox="1"/>
            <p:nvPr userDrawn="1"/>
          </p:nvSpPr>
          <p:spPr>
            <a:xfrm>
              <a:off x="3144403" y="1005624"/>
              <a:ext cx="444500" cy="584775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nl-NL" sz="3200" b="1" i="0" u="none" strike="noStrike" cap="none" dirty="0">
                  <a:solidFill>
                    <a:schemeClr val="lt1"/>
                  </a:solidFill>
                  <a:latin typeface="Avenir"/>
                  <a:ea typeface="Avenir"/>
                  <a:cs typeface="Avenir"/>
                  <a:sym typeface="Avenir"/>
                </a:rPr>
                <a:t>1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" name="Groep 25">
            <a:extLst>
              <a:ext uri="{FF2B5EF4-FFF2-40B4-BE49-F238E27FC236}">
                <a16:creationId xmlns:a16="http://schemas.microsoft.com/office/drawing/2014/main" id="{2F119CDA-ADAB-6B8E-0DD5-2D9D9A97B6BF}"/>
              </a:ext>
            </a:extLst>
          </p:cNvPr>
          <p:cNvGrpSpPr/>
          <p:nvPr userDrawn="1"/>
        </p:nvGrpSpPr>
        <p:grpSpPr>
          <a:xfrm>
            <a:off x="2898652" y="2682916"/>
            <a:ext cx="936001" cy="936000"/>
            <a:chOff x="2898653" y="2118637"/>
            <a:chExt cx="936001" cy="936000"/>
          </a:xfrm>
        </p:grpSpPr>
        <p:sp>
          <p:nvSpPr>
            <p:cNvPr id="20" name="Google Shape;1139;p112">
              <a:extLst>
                <a:ext uri="{FF2B5EF4-FFF2-40B4-BE49-F238E27FC236}">
                  <a16:creationId xmlns:a16="http://schemas.microsoft.com/office/drawing/2014/main" id="{928CE524-9EB1-2AFC-AB50-73B241E04A2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898653" y="2118637"/>
              <a:ext cx="936001" cy="936000"/>
            </a:xfrm>
            <a:prstGeom prst="ellipse">
              <a:avLst/>
            </a:prstGeom>
            <a:solidFill>
              <a:srgbClr val="D4D4D5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1"/>
                <a:buFont typeface="Arial"/>
                <a:buNone/>
              </a:pPr>
              <a:endParaRPr sz="180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1142;p112">
              <a:extLst>
                <a:ext uri="{FF2B5EF4-FFF2-40B4-BE49-F238E27FC236}">
                  <a16:creationId xmlns:a16="http://schemas.microsoft.com/office/drawing/2014/main" id="{3DA9C50D-5303-1D8E-C779-441EE7ABF6B9}"/>
                </a:ext>
              </a:extLst>
            </p:cNvPr>
            <p:cNvSpPr txBox="1"/>
            <p:nvPr userDrawn="1"/>
          </p:nvSpPr>
          <p:spPr>
            <a:xfrm>
              <a:off x="3144403" y="2316865"/>
              <a:ext cx="444500" cy="5847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nl-NL" sz="3200" b="1" i="0" u="none" strike="noStrike" cap="none" dirty="0">
                  <a:solidFill>
                    <a:schemeClr val="lt1"/>
                  </a:solidFill>
                  <a:latin typeface="Avenir"/>
                  <a:ea typeface="Avenir"/>
                  <a:cs typeface="Avenir"/>
                  <a:sym typeface="Avenir"/>
                </a:rPr>
                <a:t>2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" name="Groep 24">
            <a:extLst>
              <a:ext uri="{FF2B5EF4-FFF2-40B4-BE49-F238E27FC236}">
                <a16:creationId xmlns:a16="http://schemas.microsoft.com/office/drawing/2014/main" id="{DC709613-98C2-4195-84F0-20A13BA3C5BF}"/>
              </a:ext>
            </a:extLst>
          </p:cNvPr>
          <p:cNvGrpSpPr/>
          <p:nvPr userDrawn="1"/>
        </p:nvGrpSpPr>
        <p:grpSpPr>
          <a:xfrm>
            <a:off x="2898652" y="4054130"/>
            <a:ext cx="936001" cy="936000"/>
            <a:chOff x="2898653" y="3450793"/>
            <a:chExt cx="936001" cy="936000"/>
          </a:xfrm>
        </p:grpSpPr>
        <p:sp>
          <p:nvSpPr>
            <p:cNvPr id="22" name="Google Shape;1145;p112">
              <a:extLst>
                <a:ext uri="{FF2B5EF4-FFF2-40B4-BE49-F238E27FC236}">
                  <a16:creationId xmlns:a16="http://schemas.microsoft.com/office/drawing/2014/main" id="{F788213D-2F9B-A546-7D44-C96A1059268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898653" y="3450793"/>
              <a:ext cx="936001" cy="936000"/>
            </a:xfrm>
            <a:prstGeom prst="ellipse">
              <a:avLst/>
            </a:prstGeom>
            <a:solidFill>
              <a:srgbClr val="D4D4D5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1"/>
                <a:buFont typeface="Arial"/>
                <a:buNone/>
              </a:pPr>
              <a:endParaRPr sz="180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" name="Google Shape;1146;p112">
              <a:extLst>
                <a:ext uri="{FF2B5EF4-FFF2-40B4-BE49-F238E27FC236}">
                  <a16:creationId xmlns:a16="http://schemas.microsoft.com/office/drawing/2014/main" id="{DD73B8F6-562B-178C-2CEF-DFA5FA6EDDFE}"/>
                </a:ext>
              </a:extLst>
            </p:cNvPr>
            <p:cNvSpPr txBox="1"/>
            <p:nvPr userDrawn="1"/>
          </p:nvSpPr>
          <p:spPr>
            <a:xfrm>
              <a:off x="3155978" y="3658790"/>
              <a:ext cx="444500" cy="5847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nl-NL" sz="3200" b="1" i="0" u="none" strike="noStrike" cap="none" dirty="0">
                  <a:solidFill>
                    <a:schemeClr val="lt1"/>
                  </a:solidFill>
                  <a:latin typeface="Avenir"/>
                  <a:ea typeface="Avenir"/>
                  <a:cs typeface="Avenir"/>
                  <a:sym typeface="Avenir"/>
                </a:rPr>
                <a:t>3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" name="Groep 6">
            <a:extLst>
              <a:ext uri="{FF2B5EF4-FFF2-40B4-BE49-F238E27FC236}">
                <a16:creationId xmlns:a16="http://schemas.microsoft.com/office/drawing/2014/main" id="{87278EEB-FCE5-D625-D069-B56B2D4DCCB5}"/>
              </a:ext>
            </a:extLst>
          </p:cNvPr>
          <p:cNvGrpSpPr/>
          <p:nvPr userDrawn="1"/>
        </p:nvGrpSpPr>
        <p:grpSpPr>
          <a:xfrm>
            <a:off x="2898652" y="5425916"/>
            <a:ext cx="936001" cy="936000"/>
            <a:chOff x="2898653" y="4780815"/>
            <a:chExt cx="936001" cy="936000"/>
          </a:xfrm>
          <a:solidFill>
            <a:srgbClr val="EE7444"/>
          </a:solidFill>
        </p:grpSpPr>
        <p:sp>
          <p:nvSpPr>
            <p:cNvPr id="2" name="Google Shape;1139;p112">
              <a:extLst>
                <a:ext uri="{FF2B5EF4-FFF2-40B4-BE49-F238E27FC236}">
                  <a16:creationId xmlns:a16="http://schemas.microsoft.com/office/drawing/2014/main" id="{4D4CB46B-2A4A-5215-35BD-1952746D5853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898653" y="4780815"/>
              <a:ext cx="936001" cy="936000"/>
            </a:xfrm>
            <a:prstGeom prst="ellipse">
              <a:avLst/>
            </a:prstGeom>
            <a:grpFill/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1"/>
                <a:buFont typeface="Arial"/>
                <a:buNone/>
              </a:pPr>
              <a:endParaRPr sz="180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" name="Google Shape;1142;p112">
              <a:extLst>
                <a:ext uri="{FF2B5EF4-FFF2-40B4-BE49-F238E27FC236}">
                  <a16:creationId xmlns:a16="http://schemas.microsoft.com/office/drawing/2014/main" id="{6F0B3711-9E60-FD90-14ED-7FE6C1B00752}"/>
                </a:ext>
              </a:extLst>
            </p:cNvPr>
            <p:cNvSpPr txBox="1"/>
            <p:nvPr userDrawn="1"/>
          </p:nvSpPr>
          <p:spPr>
            <a:xfrm>
              <a:off x="3144403" y="4979043"/>
              <a:ext cx="444500" cy="584735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nl-NL" sz="3200" b="1" i="0" u="none" strike="noStrike" cap="none" dirty="0">
                  <a:solidFill>
                    <a:schemeClr val="lt1"/>
                  </a:solidFill>
                  <a:latin typeface="Avenir"/>
                  <a:ea typeface="Arial"/>
                  <a:cs typeface="Arial"/>
                  <a:sym typeface="Avenir"/>
                </a:rPr>
                <a:t>4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994383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ofdstuk indeling 1 van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1126;p112">
            <a:extLst>
              <a:ext uri="{FF2B5EF4-FFF2-40B4-BE49-F238E27FC236}">
                <a16:creationId xmlns:a16="http://schemas.microsoft.com/office/drawing/2014/main" id="{700555FD-BB7A-DFBA-63F8-AE9C23A9CEDC}"/>
              </a:ext>
            </a:extLst>
          </p:cNvPr>
          <p:cNvSpPr/>
          <p:nvPr userDrawn="1"/>
        </p:nvSpPr>
        <p:spPr>
          <a:xfrm rot="5400000">
            <a:off x="-2150868" y="2150103"/>
            <a:ext cx="7668388" cy="3366655"/>
          </a:xfrm>
          <a:prstGeom prst="rect">
            <a:avLst/>
          </a:prstGeom>
          <a:solidFill>
            <a:srgbClr val="39364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129;p112">
            <a:extLst>
              <a:ext uri="{FF2B5EF4-FFF2-40B4-BE49-F238E27FC236}">
                <a16:creationId xmlns:a16="http://schemas.microsoft.com/office/drawing/2014/main" id="{01E5EBB9-91B5-9E95-62CC-551C9D63B66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7627332" y="7106754"/>
            <a:ext cx="2429947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NL"/>
              <a:t>‹nr.›</a:t>
            </a:fld>
            <a:endParaRPr/>
          </a:p>
        </p:txBody>
      </p:sp>
      <p:sp>
        <p:nvSpPr>
          <p:cNvPr id="13" name="Google Shape;1130;p112">
            <a:extLst>
              <a:ext uri="{FF2B5EF4-FFF2-40B4-BE49-F238E27FC236}">
                <a16:creationId xmlns:a16="http://schemas.microsoft.com/office/drawing/2014/main" id="{69A83C6B-97F3-FADC-524C-77AB882526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07627" y="940100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14" name="Google Shape;1131;p112">
            <a:extLst>
              <a:ext uri="{FF2B5EF4-FFF2-40B4-BE49-F238E27FC236}">
                <a16:creationId xmlns:a16="http://schemas.microsoft.com/office/drawing/2014/main" id="{3B3B14B8-4A05-2A1A-BDC7-E3AB443690DF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4507627" y="2234084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" name="Google Shape;1132;p112">
            <a:extLst>
              <a:ext uri="{FF2B5EF4-FFF2-40B4-BE49-F238E27FC236}">
                <a16:creationId xmlns:a16="http://schemas.microsoft.com/office/drawing/2014/main" id="{C9FE30FE-FFC7-0A9A-A955-2B31BD35E493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4507627" y="3606401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" name="Google Shape;1133;p112">
            <a:extLst>
              <a:ext uri="{FF2B5EF4-FFF2-40B4-BE49-F238E27FC236}">
                <a16:creationId xmlns:a16="http://schemas.microsoft.com/office/drawing/2014/main" id="{DE20C6AE-7B85-9A76-CE21-C52ABCC921C2}"/>
              </a:ext>
            </a:extLst>
          </p:cNvPr>
          <p:cNvSpPr txBox="1">
            <a:spLocks noGrp="1"/>
          </p:cNvSpPr>
          <p:nvPr>
            <p:ph type="body" idx="4"/>
          </p:nvPr>
        </p:nvSpPr>
        <p:spPr>
          <a:xfrm>
            <a:off x="4507627" y="4896262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17" name="Google Shape;1134;p112">
            <a:extLst>
              <a:ext uri="{FF2B5EF4-FFF2-40B4-BE49-F238E27FC236}">
                <a16:creationId xmlns:a16="http://schemas.microsoft.com/office/drawing/2014/main" id="{6F9BC426-AE9C-5C5D-77E4-5241F95E9FE8}"/>
              </a:ext>
            </a:extLst>
          </p:cNvPr>
          <p:cNvSpPr txBox="1">
            <a:spLocks noGrp="1"/>
          </p:cNvSpPr>
          <p:nvPr>
            <p:ph type="body" idx="5"/>
          </p:nvPr>
        </p:nvSpPr>
        <p:spPr>
          <a:xfrm>
            <a:off x="4507627" y="6227350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24" name="Afbeelding 23">
            <a:extLst>
              <a:ext uri="{FF2B5EF4-FFF2-40B4-BE49-F238E27FC236}">
                <a16:creationId xmlns:a16="http://schemas.microsoft.com/office/drawing/2014/main" id="{99AF4027-C0E3-0366-B560-86352B4906A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32229" y="7037304"/>
            <a:ext cx="347931" cy="316561"/>
          </a:xfrm>
          <a:prstGeom prst="rect">
            <a:avLst/>
          </a:prstGeom>
        </p:spPr>
      </p:pic>
      <p:pic>
        <p:nvPicPr>
          <p:cNvPr id="29" name="Afbeelding 28">
            <a:extLst>
              <a:ext uri="{FF2B5EF4-FFF2-40B4-BE49-F238E27FC236}">
                <a16:creationId xmlns:a16="http://schemas.microsoft.com/office/drawing/2014/main" id="{7DA32ACC-C123-CF54-362B-C8F118A23E2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5620" t="7315" r="25609"/>
          <a:stretch/>
        </p:blipFill>
        <p:spPr>
          <a:xfrm>
            <a:off x="-4" y="0"/>
            <a:ext cx="3366657" cy="7106754"/>
          </a:xfrm>
          <a:prstGeom prst="rect">
            <a:avLst/>
          </a:prstGeom>
        </p:spPr>
      </p:pic>
      <p:grpSp>
        <p:nvGrpSpPr>
          <p:cNvPr id="6" name="Groep 5">
            <a:extLst>
              <a:ext uri="{FF2B5EF4-FFF2-40B4-BE49-F238E27FC236}">
                <a16:creationId xmlns:a16="http://schemas.microsoft.com/office/drawing/2014/main" id="{11B0EEB8-CB37-978C-4065-79A149A54D02}"/>
              </a:ext>
            </a:extLst>
          </p:cNvPr>
          <p:cNvGrpSpPr/>
          <p:nvPr userDrawn="1"/>
        </p:nvGrpSpPr>
        <p:grpSpPr>
          <a:xfrm>
            <a:off x="2898653" y="692691"/>
            <a:ext cx="936001" cy="936000"/>
            <a:chOff x="2898653" y="786481"/>
            <a:chExt cx="936001" cy="936000"/>
          </a:xfrm>
        </p:grpSpPr>
        <p:sp>
          <p:nvSpPr>
            <p:cNvPr id="18" name="Google Shape;1135;p112">
              <a:extLst>
                <a:ext uri="{FF2B5EF4-FFF2-40B4-BE49-F238E27FC236}">
                  <a16:creationId xmlns:a16="http://schemas.microsoft.com/office/drawing/2014/main" id="{D5ABB8C1-75B2-A86E-F8C7-91C0BE91A000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898653" y="786481"/>
              <a:ext cx="936001" cy="936000"/>
            </a:xfrm>
            <a:prstGeom prst="ellipse">
              <a:avLst/>
            </a:prstGeom>
            <a:solidFill>
              <a:srgbClr val="EE7444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1"/>
                <a:buFont typeface="Arial"/>
                <a:buNone/>
              </a:pPr>
              <a:endParaRPr sz="180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1136;p112">
              <a:extLst>
                <a:ext uri="{FF2B5EF4-FFF2-40B4-BE49-F238E27FC236}">
                  <a16:creationId xmlns:a16="http://schemas.microsoft.com/office/drawing/2014/main" id="{461538B8-01F7-08AB-6AC0-01D8939D6374}"/>
                </a:ext>
              </a:extLst>
            </p:cNvPr>
            <p:cNvSpPr txBox="1"/>
            <p:nvPr userDrawn="1"/>
          </p:nvSpPr>
          <p:spPr>
            <a:xfrm>
              <a:off x="3144403" y="1005624"/>
              <a:ext cx="444500" cy="5847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nl-NL" sz="3200" b="1" i="0" u="none" strike="noStrike" cap="none" dirty="0">
                  <a:solidFill>
                    <a:schemeClr val="lt1"/>
                  </a:solidFill>
                  <a:latin typeface="Avenir"/>
                  <a:ea typeface="Avenir"/>
                  <a:cs typeface="Avenir"/>
                  <a:sym typeface="Avenir"/>
                </a:rPr>
                <a:t>1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" name="Groep 6">
            <a:extLst>
              <a:ext uri="{FF2B5EF4-FFF2-40B4-BE49-F238E27FC236}">
                <a16:creationId xmlns:a16="http://schemas.microsoft.com/office/drawing/2014/main" id="{A354620A-BF9B-E172-2C78-29F2DFDCBBB1}"/>
              </a:ext>
            </a:extLst>
          </p:cNvPr>
          <p:cNvGrpSpPr/>
          <p:nvPr userDrawn="1"/>
        </p:nvGrpSpPr>
        <p:grpSpPr>
          <a:xfrm>
            <a:off x="2898653" y="2024847"/>
            <a:ext cx="936001" cy="936000"/>
            <a:chOff x="2898653" y="2118637"/>
            <a:chExt cx="936001" cy="936000"/>
          </a:xfrm>
        </p:grpSpPr>
        <p:sp>
          <p:nvSpPr>
            <p:cNvPr id="20" name="Google Shape;1139;p112">
              <a:extLst>
                <a:ext uri="{FF2B5EF4-FFF2-40B4-BE49-F238E27FC236}">
                  <a16:creationId xmlns:a16="http://schemas.microsoft.com/office/drawing/2014/main" id="{928CE524-9EB1-2AFC-AB50-73B241E04A2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898653" y="2118637"/>
              <a:ext cx="936001" cy="936000"/>
            </a:xfrm>
            <a:prstGeom prst="ellipse">
              <a:avLst/>
            </a:prstGeom>
            <a:solidFill>
              <a:srgbClr val="D4D4D5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1"/>
                <a:buFont typeface="Arial"/>
                <a:buNone/>
              </a:pPr>
              <a:endParaRPr sz="180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1142;p112">
              <a:extLst>
                <a:ext uri="{FF2B5EF4-FFF2-40B4-BE49-F238E27FC236}">
                  <a16:creationId xmlns:a16="http://schemas.microsoft.com/office/drawing/2014/main" id="{3DA9C50D-5303-1D8E-C779-441EE7ABF6B9}"/>
                </a:ext>
              </a:extLst>
            </p:cNvPr>
            <p:cNvSpPr txBox="1"/>
            <p:nvPr userDrawn="1"/>
          </p:nvSpPr>
          <p:spPr>
            <a:xfrm>
              <a:off x="3144403" y="2316865"/>
              <a:ext cx="444500" cy="5847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nl-NL" sz="3200" b="1" i="0" u="none" strike="noStrike" cap="none" dirty="0">
                  <a:solidFill>
                    <a:schemeClr val="lt1"/>
                  </a:solidFill>
                  <a:latin typeface="Avenir"/>
                  <a:ea typeface="Avenir"/>
                  <a:cs typeface="Avenir"/>
                  <a:sym typeface="Avenir"/>
                </a:rPr>
                <a:t>2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" name="Groep 24">
            <a:extLst>
              <a:ext uri="{FF2B5EF4-FFF2-40B4-BE49-F238E27FC236}">
                <a16:creationId xmlns:a16="http://schemas.microsoft.com/office/drawing/2014/main" id="{22CF8135-3875-946B-7104-006B4215117D}"/>
              </a:ext>
            </a:extLst>
          </p:cNvPr>
          <p:cNvGrpSpPr/>
          <p:nvPr userDrawn="1"/>
        </p:nvGrpSpPr>
        <p:grpSpPr>
          <a:xfrm>
            <a:off x="2898653" y="3357003"/>
            <a:ext cx="936001" cy="936000"/>
            <a:chOff x="2898653" y="3450793"/>
            <a:chExt cx="936001" cy="936000"/>
          </a:xfrm>
        </p:grpSpPr>
        <p:sp>
          <p:nvSpPr>
            <p:cNvPr id="22" name="Google Shape;1145;p112">
              <a:extLst>
                <a:ext uri="{FF2B5EF4-FFF2-40B4-BE49-F238E27FC236}">
                  <a16:creationId xmlns:a16="http://schemas.microsoft.com/office/drawing/2014/main" id="{F788213D-2F9B-A546-7D44-C96A1059268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898653" y="3450793"/>
              <a:ext cx="936001" cy="936000"/>
            </a:xfrm>
            <a:prstGeom prst="ellipse">
              <a:avLst/>
            </a:prstGeom>
            <a:solidFill>
              <a:srgbClr val="D4D4D5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1"/>
                <a:buFont typeface="Arial"/>
                <a:buNone/>
              </a:pPr>
              <a:endParaRPr sz="180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" name="Google Shape;1146;p112">
              <a:extLst>
                <a:ext uri="{FF2B5EF4-FFF2-40B4-BE49-F238E27FC236}">
                  <a16:creationId xmlns:a16="http://schemas.microsoft.com/office/drawing/2014/main" id="{DD73B8F6-562B-178C-2CEF-DFA5FA6EDDFE}"/>
                </a:ext>
              </a:extLst>
            </p:cNvPr>
            <p:cNvSpPr txBox="1"/>
            <p:nvPr userDrawn="1"/>
          </p:nvSpPr>
          <p:spPr>
            <a:xfrm>
              <a:off x="3155978" y="3658790"/>
              <a:ext cx="444500" cy="5847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nl-NL" sz="3200" b="1" i="0" u="none" strike="noStrike" cap="none" dirty="0">
                  <a:solidFill>
                    <a:schemeClr val="lt1"/>
                  </a:solidFill>
                  <a:latin typeface="Avenir"/>
                  <a:ea typeface="Avenir"/>
                  <a:cs typeface="Avenir"/>
                  <a:sym typeface="Avenir"/>
                </a:rPr>
                <a:t>3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" name="Groep 25">
            <a:extLst>
              <a:ext uri="{FF2B5EF4-FFF2-40B4-BE49-F238E27FC236}">
                <a16:creationId xmlns:a16="http://schemas.microsoft.com/office/drawing/2014/main" id="{4E45ACEC-C821-8018-7F9F-77012AA1CE2D}"/>
              </a:ext>
            </a:extLst>
          </p:cNvPr>
          <p:cNvGrpSpPr/>
          <p:nvPr userDrawn="1"/>
        </p:nvGrpSpPr>
        <p:grpSpPr>
          <a:xfrm>
            <a:off x="2898653" y="4687025"/>
            <a:ext cx="936001" cy="936000"/>
            <a:chOff x="2898653" y="4780815"/>
            <a:chExt cx="936001" cy="936000"/>
          </a:xfrm>
        </p:grpSpPr>
        <p:sp>
          <p:nvSpPr>
            <p:cNvPr id="2" name="Google Shape;1139;p112">
              <a:extLst>
                <a:ext uri="{FF2B5EF4-FFF2-40B4-BE49-F238E27FC236}">
                  <a16:creationId xmlns:a16="http://schemas.microsoft.com/office/drawing/2014/main" id="{4D4CB46B-2A4A-5215-35BD-1952746D5853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898653" y="4780815"/>
              <a:ext cx="936001" cy="936000"/>
            </a:xfrm>
            <a:prstGeom prst="ellipse">
              <a:avLst/>
            </a:prstGeom>
            <a:solidFill>
              <a:srgbClr val="D4D4D5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1"/>
                <a:buFont typeface="Arial"/>
                <a:buNone/>
              </a:pPr>
              <a:endParaRPr sz="180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" name="Google Shape;1142;p112">
              <a:extLst>
                <a:ext uri="{FF2B5EF4-FFF2-40B4-BE49-F238E27FC236}">
                  <a16:creationId xmlns:a16="http://schemas.microsoft.com/office/drawing/2014/main" id="{6F0B3711-9E60-FD90-14ED-7FE6C1B00752}"/>
                </a:ext>
              </a:extLst>
            </p:cNvPr>
            <p:cNvSpPr txBox="1"/>
            <p:nvPr userDrawn="1"/>
          </p:nvSpPr>
          <p:spPr>
            <a:xfrm>
              <a:off x="3144403" y="4979043"/>
              <a:ext cx="444500" cy="5847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nl-NL" sz="3200" b="1" i="0" u="none" strike="noStrike" cap="none" dirty="0">
                  <a:solidFill>
                    <a:schemeClr val="lt1"/>
                  </a:solidFill>
                  <a:latin typeface="Avenir"/>
                  <a:ea typeface="Arial"/>
                  <a:cs typeface="Arial"/>
                  <a:sym typeface="Avenir"/>
                </a:rPr>
                <a:t>4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7" name="Groep 26">
            <a:extLst>
              <a:ext uri="{FF2B5EF4-FFF2-40B4-BE49-F238E27FC236}">
                <a16:creationId xmlns:a16="http://schemas.microsoft.com/office/drawing/2014/main" id="{34EA958D-25EF-1E74-339E-F831F92FEA17}"/>
              </a:ext>
            </a:extLst>
          </p:cNvPr>
          <p:cNvGrpSpPr/>
          <p:nvPr userDrawn="1"/>
        </p:nvGrpSpPr>
        <p:grpSpPr>
          <a:xfrm>
            <a:off x="2898653" y="6018113"/>
            <a:ext cx="936001" cy="936000"/>
            <a:chOff x="2898653" y="6111903"/>
            <a:chExt cx="936001" cy="936000"/>
          </a:xfrm>
        </p:grpSpPr>
        <p:sp>
          <p:nvSpPr>
            <p:cNvPr id="4" name="Google Shape;1139;p112">
              <a:extLst>
                <a:ext uri="{FF2B5EF4-FFF2-40B4-BE49-F238E27FC236}">
                  <a16:creationId xmlns:a16="http://schemas.microsoft.com/office/drawing/2014/main" id="{0541AD5A-805C-1343-2852-A93C9EF78D9C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898653" y="6111903"/>
              <a:ext cx="936001" cy="936000"/>
            </a:xfrm>
            <a:prstGeom prst="ellipse">
              <a:avLst/>
            </a:prstGeom>
            <a:solidFill>
              <a:srgbClr val="D4D4D5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1"/>
                <a:buFont typeface="Arial"/>
                <a:buNone/>
              </a:pPr>
              <a:endParaRPr sz="180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" name="Google Shape;1142;p112">
              <a:extLst>
                <a:ext uri="{FF2B5EF4-FFF2-40B4-BE49-F238E27FC236}">
                  <a16:creationId xmlns:a16="http://schemas.microsoft.com/office/drawing/2014/main" id="{323AF58C-9088-698F-9BE6-479CE9821382}"/>
                </a:ext>
              </a:extLst>
            </p:cNvPr>
            <p:cNvSpPr txBox="1"/>
            <p:nvPr userDrawn="1"/>
          </p:nvSpPr>
          <p:spPr>
            <a:xfrm>
              <a:off x="3144403" y="6310131"/>
              <a:ext cx="444500" cy="5847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nl-NL" sz="3200" b="1" i="0" u="none" strike="noStrike" cap="none" dirty="0">
                  <a:solidFill>
                    <a:schemeClr val="lt1"/>
                  </a:solidFill>
                  <a:latin typeface="Avenir"/>
                  <a:ea typeface="Arial"/>
                  <a:cs typeface="Arial"/>
                  <a:sym typeface="Avenir"/>
                </a:rPr>
                <a:t>5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183386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ofdstuk indeling 2 van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1126;p112">
            <a:extLst>
              <a:ext uri="{FF2B5EF4-FFF2-40B4-BE49-F238E27FC236}">
                <a16:creationId xmlns:a16="http://schemas.microsoft.com/office/drawing/2014/main" id="{700555FD-BB7A-DFBA-63F8-AE9C23A9CEDC}"/>
              </a:ext>
            </a:extLst>
          </p:cNvPr>
          <p:cNvSpPr/>
          <p:nvPr userDrawn="1"/>
        </p:nvSpPr>
        <p:spPr>
          <a:xfrm rot="5400000">
            <a:off x="-2150868" y="2150103"/>
            <a:ext cx="7668388" cy="3366655"/>
          </a:xfrm>
          <a:prstGeom prst="rect">
            <a:avLst/>
          </a:prstGeom>
          <a:solidFill>
            <a:srgbClr val="39364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129;p112">
            <a:extLst>
              <a:ext uri="{FF2B5EF4-FFF2-40B4-BE49-F238E27FC236}">
                <a16:creationId xmlns:a16="http://schemas.microsoft.com/office/drawing/2014/main" id="{01E5EBB9-91B5-9E95-62CC-551C9D63B66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7627332" y="7106754"/>
            <a:ext cx="2429947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NL"/>
              <a:t>‹nr.›</a:t>
            </a:fld>
            <a:endParaRPr/>
          </a:p>
        </p:txBody>
      </p:sp>
      <p:sp>
        <p:nvSpPr>
          <p:cNvPr id="13" name="Google Shape;1130;p112">
            <a:extLst>
              <a:ext uri="{FF2B5EF4-FFF2-40B4-BE49-F238E27FC236}">
                <a16:creationId xmlns:a16="http://schemas.microsoft.com/office/drawing/2014/main" id="{69A83C6B-97F3-FADC-524C-77AB882526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07627" y="940100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42475B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14" name="Google Shape;1131;p112">
            <a:extLst>
              <a:ext uri="{FF2B5EF4-FFF2-40B4-BE49-F238E27FC236}">
                <a16:creationId xmlns:a16="http://schemas.microsoft.com/office/drawing/2014/main" id="{3B3B14B8-4A05-2A1A-BDC7-E3AB443690DF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4507627" y="2234084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42475B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" name="Google Shape;1132;p112">
            <a:extLst>
              <a:ext uri="{FF2B5EF4-FFF2-40B4-BE49-F238E27FC236}">
                <a16:creationId xmlns:a16="http://schemas.microsoft.com/office/drawing/2014/main" id="{C9FE30FE-FFC7-0A9A-A955-2B31BD35E493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4507627" y="3606401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42475B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" name="Google Shape;1133;p112">
            <a:extLst>
              <a:ext uri="{FF2B5EF4-FFF2-40B4-BE49-F238E27FC236}">
                <a16:creationId xmlns:a16="http://schemas.microsoft.com/office/drawing/2014/main" id="{DE20C6AE-7B85-9A76-CE21-C52ABCC921C2}"/>
              </a:ext>
            </a:extLst>
          </p:cNvPr>
          <p:cNvSpPr txBox="1">
            <a:spLocks noGrp="1"/>
          </p:cNvSpPr>
          <p:nvPr>
            <p:ph type="body" idx="4"/>
          </p:nvPr>
        </p:nvSpPr>
        <p:spPr>
          <a:xfrm>
            <a:off x="4507627" y="4896262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42475B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17" name="Google Shape;1134;p112">
            <a:extLst>
              <a:ext uri="{FF2B5EF4-FFF2-40B4-BE49-F238E27FC236}">
                <a16:creationId xmlns:a16="http://schemas.microsoft.com/office/drawing/2014/main" id="{6F9BC426-AE9C-5C5D-77E4-5241F95E9FE8}"/>
              </a:ext>
            </a:extLst>
          </p:cNvPr>
          <p:cNvSpPr txBox="1">
            <a:spLocks noGrp="1"/>
          </p:cNvSpPr>
          <p:nvPr>
            <p:ph type="body" idx="5"/>
          </p:nvPr>
        </p:nvSpPr>
        <p:spPr>
          <a:xfrm>
            <a:off x="4507627" y="6227350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42475B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24" name="Afbeelding 23">
            <a:extLst>
              <a:ext uri="{FF2B5EF4-FFF2-40B4-BE49-F238E27FC236}">
                <a16:creationId xmlns:a16="http://schemas.microsoft.com/office/drawing/2014/main" id="{99AF4027-C0E3-0366-B560-86352B4906A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32229" y="7037304"/>
            <a:ext cx="347931" cy="316561"/>
          </a:xfrm>
          <a:prstGeom prst="rect">
            <a:avLst/>
          </a:prstGeom>
        </p:spPr>
      </p:pic>
      <p:pic>
        <p:nvPicPr>
          <p:cNvPr id="9" name="Afbeelding 8">
            <a:extLst>
              <a:ext uri="{FF2B5EF4-FFF2-40B4-BE49-F238E27FC236}">
                <a16:creationId xmlns:a16="http://schemas.microsoft.com/office/drawing/2014/main" id="{6D8A1764-3BAB-5612-A408-0FF78A766D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5620" t="7315" r="25609"/>
          <a:stretch/>
        </p:blipFill>
        <p:spPr>
          <a:xfrm>
            <a:off x="-4" y="0"/>
            <a:ext cx="3366657" cy="7106754"/>
          </a:xfrm>
          <a:prstGeom prst="rect">
            <a:avLst/>
          </a:prstGeom>
        </p:spPr>
      </p:pic>
      <p:grpSp>
        <p:nvGrpSpPr>
          <p:cNvPr id="6" name="Groep 5">
            <a:extLst>
              <a:ext uri="{FF2B5EF4-FFF2-40B4-BE49-F238E27FC236}">
                <a16:creationId xmlns:a16="http://schemas.microsoft.com/office/drawing/2014/main" id="{11B0EEB8-CB37-978C-4065-79A149A54D02}"/>
              </a:ext>
            </a:extLst>
          </p:cNvPr>
          <p:cNvGrpSpPr/>
          <p:nvPr userDrawn="1"/>
        </p:nvGrpSpPr>
        <p:grpSpPr>
          <a:xfrm>
            <a:off x="2898653" y="692691"/>
            <a:ext cx="936001" cy="936000"/>
            <a:chOff x="2898653" y="786481"/>
            <a:chExt cx="936001" cy="936000"/>
          </a:xfrm>
          <a:solidFill>
            <a:srgbClr val="D4D4D5"/>
          </a:solidFill>
        </p:grpSpPr>
        <p:sp>
          <p:nvSpPr>
            <p:cNvPr id="18" name="Google Shape;1135;p112">
              <a:extLst>
                <a:ext uri="{FF2B5EF4-FFF2-40B4-BE49-F238E27FC236}">
                  <a16:creationId xmlns:a16="http://schemas.microsoft.com/office/drawing/2014/main" id="{D5ABB8C1-75B2-A86E-F8C7-91C0BE91A000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898653" y="786481"/>
              <a:ext cx="936001" cy="936000"/>
            </a:xfrm>
            <a:prstGeom prst="ellipse">
              <a:avLst/>
            </a:prstGeom>
            <a:grpFill/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1"/>
                <a:buFont typeface="Arial"/>
                <a:buNone/>
              </a:pPr>
              <a:endParaRPr sz="180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1136;p112">
              <a:extLst>
                <a:ext uri="{FF2B5EF4-FFF2-40B4-BE49-F238E27FC236}">
                  <a16:creationId xmlns:a16="http://schemas.microsoft.com/office/drawing/2014/main" id="{461538B8-01F7-08AB-6AC0-01D8939D6374}"/>
                </a:ext>
              </a:extLst>
            </p:cNvPr>
            <p:cNvSpPr txBox="1"/>
            <p:nvPr userDrawn="1"/>
          </p:nvSpPr>
          <p:spPr>
            <a:xfrm>
              <a:off x="3144403" y="1005624"/>
              <a:ext cx="444500" cy="584775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nl-NL" sz="3200" b="1" i="0" u="none" strike="noStrike" cap="none" dirty="0">
                  <a:solidFill>
                    <a:schemeClr val="lt1"/>
                  </a:solidFill>
                  <a:latin typeface="Avenir"/>
                  <a:ea typeface="Avenir"/>
                  <a:cs typeface="Avenir"/>
                  <a:sym typeface="Avenir"/>
                </a:rPr>
                <a:t>1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" name="Groep 6">
            <a:extLst>
              <a:ext uri="{FF2B5EF4-FFF2-40B4-BE49-F238E27FC236}">
                <a16:creationId xmlns:a16="http://schemas.microsoft.com/office/drawing/2014/main" id="{A354620A-BF9B-E172-2C78-29F2DFDCBBB1}"/>
              </a:ext>
            </a:extLst>
          </p:cNvPr>
          <p:cNvGrpSpPr/>
          <p:nvPr userDrawn="1"/>
        </p:nvGrpSpPr>
        <p:grpSpPr>
          <a:xfrm>
            <a:off x="2898653" y="2024847"/>
            <a:ext cx="936001" cy="936000"/>
            <a:chOff x="2898653" y="2118637"/>
            <a:chExt cx="936001" cy="936000"/>
          </a:xfrm>
          <a:solidFill>
            <a:srgbClr val="EE7444"/>
          </a:solidFill>
        </p:grpSpPr>
        <p:sp>
          <p:nvSpPr>
            <p:cNvPr id="20" name="Google Shape;1139;p112">
              <a:extLst>
                <a:ext uri="{FF2B5EF4-FFF2-40B4-BE49-F238E27FC236}">
                  <a16:creationId xmlns:a16="http://schemas.microsoft.com/office/drawing/2014/main" id="{928CE524-9EB1-2AFC-AB50-73B241E04A2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898653" y="2118637"/>
              <a:ext cx="936001" cy="936000"/>
            </a:xfrm>
            <a:prstGeom prst="ellipse">
              <a:avLst/>
            </a:prstGeom>
            <a:grpFill/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1"/>
                <a:buFont typeface="Arial"/>
                <a:buNone/>
              </a:pPr>
              <a:endParaRPr sz="180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1142;p112">
              <a:extLst>
                <a:ext uri="{FF2B5EF4-FFF2-40B4-BE49-F238E27FC236}">
                  <a16:creationId xmlns:a16="http://schemas.microsoft.com/office/drawing/2014/main" id="{3DA9C50D-5303-1D8E-C779-441EE7ABF6B9}"/>
                </a:ext>
              </a:extLst>
            </p:cNvPr>
            <p:cNvSpPr txBox="1"/>
            <p:nvPr userDrawn="1"/>
          </p:nvSpPr>
          <p:spPr>
            <a:xfrm>
              <a:off x="3144403" y="2316865"/>
              <a:ext cx="444500" cy="584775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nl-NL" sz="3200" b="1" i="0" u="none" strike="noStrike" cap="none" dirty="0">
                  <a:solidFill>
                    <a:schemeClr val="lt1"/>
                  </a:solidFill>
                  <a:latin typeface="Avenir"/>
                  <a:ea typeface="Avenir"/>
                  <a:cs typeface="Avenir"/>
                  <a:sym typeface="Avenir"/>
                </a:rPr>
                <a:t>2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" name="Groep 24">
            <a:extLst>
              <a:ext uri="{FF2B5EF4-FFF2-40B4-BE49-F238E27FC236}">
                <a16:creationId xmlns:a16="http://schemas.microsoft.com/office/drawing/2014/main" id="{22CF8135-3875-946B-7104-006B4215117D}"/>
              </a:ext>
            </a:extLst>
          </p:cNvPr>
          <p:cNvGrpSpPr/>
          <p:nvPr userDrawn="1"/>
        </p:nvGrpSpPr>
        <p:grpSpPr>
          <a:xfrm>
            <a:off x="2898653" y="3357003"/>
            <a:ext cx="936001" cy="936000"/>
            <a:chOff x="2898653" y="3450793"/>
            <a:chExt cx="936001" cy="936000"/>
          </a:xfrm>
        </p:grpSpPr>
        <p:sp>
          <p:nvSpPr>
            <p:cNvPr id="22" name="Google Shape;1145;p112">
              <a:extLst>
                <a:ext uri="{FF2B5EF4-FFF2-40B4-BE49-F238E27FC236}">
                  <a16:creationId xmlns:a16="http://schemas.microsoft.com/office/drawing/2014/main" id="{F788213D-2F9B-A546-7D44-C96A1059268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898653" y="3450793"/>
              <a:ext cx="936001" cy="936000"/>
            </a:xfrm>
            <a:prstGeom prst="ellipse">
              <a:avLst/>
            </a:prstGeom>
            <a:solidFill>
              <a:srgbClr val="D4D4D5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1"/>
                <a:buFont typeface="Arial"/>
                <a:buNone/>
              </a:pPr>
              <a:endParaRPr sz="180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" name="Google Shape;1146;p112">
              <a:extLst>
                <a:ext uri="{FF2B5EF4-FFF2-40B4-BE49-F238E27FC236}">
                  <a16:creationId xmlns:a16="http://schemas.microsoft.com/office/drawing/2014/main" id="{DD73B8F6-562B-178C-2CEF-DFA5FA6EDDFE}"/>
                </a:ext>
              </a:extLst>
            </p:cNvPr>
            <p:cNvSpPr txBox="1"/>
            <p:nvPr userDrawn="1"/>
          </p:nvSpPr>
          <p:spPr>
            <a:xfrm>
              <a:off x="3155978" y="3658790"/>
              <a:ext cx="444500" cy="5847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nl-NL" sz="3200" b="1" i="0" u="none" strike="noStrike" cap="none" dirty="0">
                  <a:solidFill>
                    <a:schemeClr val="lt1"/>
                  </a:solidFill>
                  <a:latin typeface="Avenir"/>
                  <a:ea typeface="Avenir"/>
                  <a:cs typeface="Avenir"/>
                  <a:sym typeface="Avenir"/>
                </a:rPr>
                <a:t>3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" name="Groep 25">
            <a:extLst>
              <a:ext uri="{FF2B5EF4-FFF2-40B4-BE49-F238E27FC236}">
                <a16:creationId xmlns:a16="http://schemas.microsoft.com/office/drawing/2014/main" id="{4E45ACEC-C821-8018-7F9F-77012AA1CE2D}"/>
              </a:ext>
            </a:extLst>
          </p:cNvPr>
          <p:cNvGrpSpPr/>
          <p:nvPr userDrawn="1"/>
        </p:nvGrpSpPr>
        <p:grpSpPr>
          <a:xfrm>
            <a:off x="2898653" y="4687025"/>
            <a:ext cx="936001" cy="936000"/>
            <a:chOff x="2898653" y="4780815"/>
            <a:chExt cx="936001" cy="936000"/>
          </a:xfrm>
        </p:grpSpPr>
        <p:sp>
          <p:nvSpPr>
            <p:cNvPr id="2" name="Google Shape;1139;p112">
              <a:extLst>
                <a:ext uri="{FF2B5EF4-FFF2-40B4-BE49-F238E27FC236}">
                  <a16:creationId xmlns:a16="http://schemas.microsoft.com/office/drawing/2014/main" id="{4D4CB46B-2A4A-5215-35BD-1952746D5853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898653" y="4780815"/>
              <a:ext cx="936001" cy="936000"/>
            </a:xfrm>
            <a:prstGeom prst="ellipse">
              <a:avLst/>
            </a:prstGeom>
            <a:solidFill>
              <a:srgbClr val="D4D4D5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1"/>
                <a:buFont typeface="Arial"/>
                <a:buNone/>
              </a:pPr>
              <a:endParaRPr sz="180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" name="Google Shape;1142;p112">
              <a:extLst>
                <a:ext uri="{FF2B5EF4-FFF2-40B4-BE49-F238E27FC236}">
                  <a16:creationId xmlns:a16="http://schemas.microsoft.com/office/drawing/2014/main" id="{6F0B3711-9E60-FD90-14ED-7FE6C1B00752}"/>
                </a:ext>
              </a:extLst>
            </p:cNvPr>
            <p:cNvSpPr txBox="1"/>
            <p:nvPr userDrawn="1"/>
          </p:nvSpPr>
          <p:spPr>
            <a:xfrm>
              <a:off x="3144403" y="4979043"/>
              <a:ext cx="444500" cy="5847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nl-NL" sz="3200" b="1" i="0" u="none" strike="noStrike" cap="none" dirty="0">
                  <a:solidFill>
                    <a:schemeClr val="lt1"/>
                  </a:solidFill>
                  <a:latin typeface="Avenir"/>
                  <a:ea typeface="Arial"/>
                  <a:cs typeface="Arial"/>
                  <a:sym typeface="Avenir"/>
                </a:rPr>
                <a:t>4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7" name="Groep 26">
            <a:extLst>
              <a:ext uri="{FF2B5EF4-FFF2-40B4-BE49-F238E27FC236}">
                <a16:creationId xmlns:a16="http://schemas.microsoft.com/office/drawing/2014/main" id="{34EA958D-25EF-1E74-339E-F831F92FEA17}"/>
              </a:ext>
            </a:extLst>
          </p:cNvPr>
          <p:cNvGrpSpPr/>
          <p:nvPr userDrawn="1"/>
        </p:nvGrpSpPr>
        <p:grpSpPr>
          <a:xfrm>
            <a:off x="2898653" y="6018113"/>
            <a:ext cx="936001" cy="936000"/>
            <a:chOff x="2898653" y="6111903"/>
            <a:chExt cx="936001" cy="936000"/>
          </a:xfrm>
        </p:grpSpPr>
        <p:sp>
          <p:nvSpPr>
            <p:cNvPr id="4" name="Google Shape;1139;p112">
              <a:extLst>
                <a:ext uri="{FF2B5EF4-FFF2-40B4-BE49-F238E27FC236}">
                  <a16:creationId xmlns:a16="http://schemas.microsoft.com/office/drawing/2014/main" id="{0541AD5A-805C-1343-2852-A93C9EF78D9C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898653" y="6111903"/>
              <a:ext cx="936001" cy="936000"/>
            </a:xfrm>
            <a:prstGeom prst="ellipse">
              <a:avLst/>
            </a:prstGeom>
            <a:solidFill>
              <a:srgbClr val="D4D4D5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1"/>
                <a:buFont typeface="Arial"/>
                <a:buNone/>
              </a:pPr>
              <a:endParaRPr sz="180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" name="Google Shape;1142;p112">
              <a:extLst>
                <a:ext uri="{FF2B5EF4-FFF2-40B4-BE49-F238E27FC236}">
                  <a16:creationId xmlns:a16="http://schemas.microsoft.com/office/drawing/2014/main" id="{323AF58C-9088-698F-9BE6-479CE9821382}"/>
                </a:ext>
              </a:extLst>
            </p:cNvPr>
            <p:cNvSpPr txBox="1"/>
            <p:nvPr userDrawn="1"/>
          </p:nvSpPr>
          <p:spPr>
            <a:xfrm>
              <a:off x="3144403" y="6310131"/>
              <a:ext cx="444500" cy="5847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nl-NL" sz="3200" b="1" i="0" u="none" strike="noStrike" cap="none" dirty="0">
                  <a:solidFill>
                    <a:schemeClr val="lt1"/>
                  </a:solidFill>
                  <a:latin typeface="Avenir"/>
                  <a:ea typeface="Arial"/>
                  <a:cs typeface="Arial"/>
                  <a:sym typeface="Avenir"/>
                </a:rPr>
                <a:t>5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557887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ofdstuk indeling 3 van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1126;p112">
            <a:extLst>
              <a:ext uri="{FF2B5EF4-FFF2-40B4-BE49-F238E27FC236}">
                <a16:creationId xmlns:a16="http://schemas.microsoft.com/office/drawing/2014/main" id="{700555FD-BB7A-DFBA-63F8-AE9C23A9CEDC}"/>
              </a:ext>
            </a:extLst>
          </p:cNvPr>
          <p:cNvSpPr/>
          <p:nvPr userDrawn="1"/>
        </p:nvSpPr>
        <p:spPr>
          <a:xfrm rot="5400000">
            <a:off x="-2150868" y="2150103"/>
            <a:ext cx="7668388" cy="3366655"/>
          </a:xfrm>
          <a:prstGeom prst="rect">
            <a:avLst/>
          </a:prstGeom>
          <a:solidFill>
            <a:srgbClr val="39364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129;p112">
            <a:extLst>
              <a:ext uri="{FF2B5EF4-FFF2-40B4-BE49-F238E27FC236}">
                <a16:creationId xmlns:a16="http://schemas.microsoft.com/office/drawing/2014/main" id="{01E5EBB9-91B5-9E95-62CC-551C9D63B66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7627332" y="7106754"/>
            <a:ext cx="2429947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NL"/>
              <a:t>‹nr.›</a:t>
            </a:fld>
            <a:endParaRPr/>
          </a:p>
        </p:txBody>
      </p:sp>
      <p:sp>
        <p:nvSpPr>
          <p:cNvPr id="13" name="Google Shape;1130;p112">
            <a:extLst>
              <a:ext uri="{FF2B5EF4-FFF2-40B4-BE49-F238E27FC236}">
                <a16:creationId xmlns:a16="http://schemas.microsoft.com/office/drawing/2014/main" id="{69A83C6B-97F3-FADC-524C-77AB882526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07627" y="940100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14" name="Google Shape;1131;p112">
            <a:extLst>
              <a:ext uri="{FF2B5EF4-FFF2-40B4-BE49-F238E27FC236}">
                <a16:creationId xmlns:a16="http://schemas.microsoft.com/office/drawing/2014/main" id="{3B3B14B8-4A05-2A1A-BDC7-E3AB443690DF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4507627" y="2234084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" name="Google Shape;1132;p112">
            <a:extLst>
              <a:ext uri="{FF2B5EF4-FFF2-40B4-BE49-F238E27FC236}">
                <a16:creationId xmlns:a16="http://schemas.microsoft.com/office/drawing/2014/main" id="{C9FE30FE-FFC7-0A9A-A955-2B31BD35E493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4507627" y="3606401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" name="Google Shape;1133;p112">
            <a:extLst>
              <a:ext uri="{FF2B5EF4-FFF2-40B4-BE49-F238E27FC236}">
                <a16:creationId xmlns:a16="http://schemas.microsoft.com/office/drawing/2014/main" id="{DE20C6AE-7B85-9A76-CE21-C52ABCC921C2}"/>
              </a:ext>
            </a:extLst>
          </p:cNvPr>
          <p:cNvSpPr txBox="1">
            <a:spLocks noGrp="1"/>
          </p:cNvSpPr>
          <p:nvPr>
            <p:ph type="body" idx="4"/>
          </p:nvPr>
        </p:nvSpPr>
        <p:spPr>
          <a:xfrm>
            <a:off x="4507627" y="4896262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17" name="Google Shape;1134;p112">
            <a:extLst>
              <a:ext uri="{FF2B5EF4-FFF2-40B4-BE49-F238E27FC236}">
                <a16:creationId xmlns:a16="http://schemas.microsoft.com/office/drawing/2014/main" id="{6F9BC426-AE9C-5C5D-77E4-5241F95E9FE8}"/>
              </a:ext>
            </a:extLst>
          </p:cNvPr>
          <p:cNvSpPr txBox="1">
            <a:spLocks noGrp="1"/>
          </p:cNvSpPr>
          <p:nvPr>
            <p:ph type="body" idx="5"/>
          </p:nvPr>
        </p:nvSpPr>
        <p:spPr>
          <a:xfrm>
            <a:off x="4507627" y="6227350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24" name="Afbeelding 23">
            <a:extLst>
              <a:ext uri="{FF2B5EF4-FFF2-40B4-BE49-F238E27FC236}">
                <a16:creationId xmlns:a16="http://schemas.microsoft.com/office/drawing/2014/main" id="{99AF4027-C0E3-0366-B560-86352B4906A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32229" y="7037304"/>
            <a:ext cx="347931" cy="316561"/>
          </a:xfrm>
          <a:prstGeom prst="rect">
            <a:avLst/>
          </a:prstGeom>
        </p:spPr>
      </p:pic>
      <p:pic>
        <p:nvPicPr>
          <p:cNvPr id="9" name="Afbeelding 8">
            <a:extLst>
              <a:ext uri="{FF2B5EF4-FFF2-40B4-BE49-F238E27FC236}">
                <a16:creationId xmlns:a16="http://schemas.microsoft.com/office/drawing/2014/main" id="{B8D43177-DF0E-8B32-3074-2C9A210F012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5620" t="7315" r="25609"/>
          <a:stretch/>
        </p:blipFill>
        <p:spPr>
          <a:xfrm>
            <a:off x="-4" y="0"/>
            <a:ext cx="3366657" cy="7106754"/>
          </a:xfrm>
          <a:prstGeom prst="rect">
            <a:avLst/>
          </a:prstGeom>
        </p:spPr>
      </p:pic>
      <p:grpSp>
        <p:nvGrpSpPr>
          <p:cNvPr id="6" name="Groep 5">
            <a:extLst>
              <a:ext uri="{FF2B5EF4-FFF2-40B4-BE49-F238E27FC236}">
                <a16:creationId xmlns:a16="http://schemas.microsoft.com/office/drawing/2014/main" id="{11B0EEB8-CB37-978C-4065-79A149A54D02}"/>
              </a:ext>
            </a:extLst>
          </p:cNvPr>
          <p:cNvGrpSpPr/>
          <p:nvPr userDrawn="1"/>
        </p:nvGrpSpPr>
        <p:grpSpPr>
          <a:xfrm>
            <a:off x="2898653" y="692691"/>
            <a:ext cx="936001" cy="936000"/>
            <a:chOff x="2898653" y="786481"/>
            <a:chExt cx="936001" cy="936000"/>
          </a:xfrm>
          <a:solidFill>
            <a:srgbClr val="D4D4D5"/>
          </a:solidFill>
        </p:grpSpPr>
        <p:sp>
          <p:nvSpPr>
            <p:cNvPr id="18" name="Google Shape;1135;p112">
              <a:extLst>
                <a:ext uri="{FF2B5EF4-FFF2-40B4-BE49-F238E27FC236}">
                  <a16:creationId xmlns:a16="http://schemas.microsoft.com/office/drawing/2014/main" id="{D5ABB8C1-75B2-A86E-F8C7-91C0BE91A000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898653" y="786481"/>
              <a:ext cx="936001" cy="936000"/>
            </a:xfrm>
            <a:prstGeom prst="ellipse">
              <a:avLst/>
            </a:prstGeom>
            <a:grpFill/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1"/>
                <a:buFont typeface="Arial"/>
                <a:buNone/>
              </a:pPr>
              <a:endParaRPr sz="180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1136;p112">
              <a:extLst>
                <a:ext uri="{FF2B5EF4-FFF2-40B4-BE49-F238E27FC236}">
                  <a16:creationId xmlns:a16="http://schemas.microsoft.com/office/drawing/2014/main" id="{461538B8-01F7-08AB-6AC0-01D8939D6374}"/>
                </a:ext>
              </a:extLst>
            </p:cNvPr>
            <p:cNvSpPr txBox="1"/>
            <p:nvPr userDrawn="1"/>
          </p:nvSpPr>
          <p:spPr>
            <a:xfrm>
              <a:off x="3144403" y="1005624"/>
              <a:ext cx="444500" cy="584775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nl-NL" sz="3200" b="1" i="0" u="none" strike="noStrike" cap="none" dirty="0">
                  <a:solidFill>
                    <a:schemeClr val="lt1"/>
                  </a:solidFill>
                  <a:latin typeface="Avenir"/>
                  <a:ea typeface="Avenir"/>
                  <a:cs typeface="Avenir"/>
                  <a:sym typeface="Avenir"/>
                </a:rPr>
                <a:t>1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" name="Groep 6">
            <a:extLst>
              <a:ext uri="{FF2B5EF4-FFF2-40B4-BE49-F238E27FC236}">
                <a16:creationId xmlns:a16="http://schemas.microsoft.com/office/drawing/2014/main" id="{A354620A-BF9B-E172-2C78-29F2DFDCBBB1}"/>
              </a:ext>
            </a:extLst>
          </p:cNvPr>
          <p:cNvGrpSpPr/>
          <p:nvPr userDrawn="1"/>
        </p:nvGrpSpPr>
        <p:grpSpPr>
          <a:xfrm>
            <a:off x="2898653" y="2024847"/>
            <a:ext cx="936001" cy="936000"/>
            <a:chOff x="2898653" y="2118637"/>
            <a:chExt cx="936001" cy="936000"/>
          </a:xfrm>
        </p:grpSpPr>
        <p:sp>
          <p:nvSpPr>
            <p:cNvPr id="20" name="Google Shape;1139;p112">
              <a:extLst>
                <a:ext uri="{FF2B5EF4-FFF2-40B4-BE49-F238E27FC236}">
                  <a16:creationId xmlns:a16="http://schemas.microsoft.com/office/drawing/2014/main" id="{928CE524-9EB1-2AFC-AB50-73B241E04A2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898653" y="2118637"/>
              <a:ext cx="936001" cy="936000"/>
            </a:xfrm>
            <a:prstGeom prst="ellipse">
              <a:avLst/>
            </a:prstGeom>
            <a:solidFill>
              <a:srgbClr val="D4D4D5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1"/>
                <a:buFont typeface="Arial"/>
                <a:buNone/>
              </a:pPr>
              <a:endParaRPr sz="180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1142;p112">
              <a:extLst>
                <a:ext uri="{FF2B5EF4-FFF2-40B4-BE49-F238E27FC236}">
                  <a16:creationId xmlns:a16="http://schemas.microsoft.com/office/drawing/2014/main" id="{3DA9C50D-5303-1D8E-C779-441EE7ABF6B9}"/>
                </a:ext>
              </a:extLst>
            </p:cNvPr>
            <p:cNvSpPr txBox="1"/>
            <p:nvPr userDrawn="1"/>
          </p:nvSpPr>
          <p:spPr>
            <a:xfrm>
              <a:off x="3144403" y="2316865"/>
              <a:ext cx="444500" cy="5847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nl-NL" sz="3200" b="1" i="0" u="none" strike="noStrike" cap="none" dirty="0">
                  <a:solidFill>
                    <a:schemeClr val="lt1"/>
                  </a:solidFill>
                  <a:latin typeface="Avenir"/>
                  <a:ea typeface="Avenir"/>
                  <a:cs typeface="Avenir"/>
                  <a:sym typeface="Avenir"/>
                </a:rPr>
                <a:t>2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" name="Groep 24">
            <a:extLst>
              <a:ext uri="{FF2B5EF4-FFF2-40B4-BE49-F238E27FC236}">
                <a16:creationId xmlns:a16="http://schemas.microsoft.com/office/drawing/2014/main" id="{22CF8135-3875-946B-7104-006B4215117D}"/>
              </a:ext>
            </a:extLst>
          </p:cNvPr>
          <p:cNvGrpSpPr/>
          <p:nvPr userDrawn="1"/>
        </p:nvGrpSpPr>
        <p:grpSpPr>
          <a:xfrm>
            <a:off x="2898653" y="3357003"/>
            <a:ext cx="936001" cy="936000"/>
            <a:chOff x="2898653" y="3450793"/>
            <a:chExt cx="936001" cy="936000"/>
          </a:xfrm>
          <a:solidFill>
            <a:srgbClr val="EE7444"/>
          </a:solidFill>
        </p:grpSpPr>
        <p:sp>
          <p:nvSpPr>
            <p:cNvPr id="22" name="Google Shape;1145;p112">
              <a:extLst>
                <a:ext uri="{FF2B5EF4-FFF2-40B4-BE49-F238E27FC236}">
                  <a16:creationId xmlns:a16="http://schemas.microsoft.com/office/drawing/2014/main" id="{F788213D-2F9B-A546-7D44-C96A1059268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898653" y="3450793"/>
              <a:ext cx="936001" cy="936000"/>
            </a:xfrm>
            <a:prstGeom prst="ellipse">
              <a:avLst/>
            </a:prstGeom>
            <a:grpFill/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1"/>
                <a:buFont typeface="Arial"/>
                <a:buNone/>
              </a:pPr>
              <a:endParaRPr sz="180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" name="Google Shape;1146;p112">
              <a:extLst>
                <a:ext uri="{FF2B5EF4-FFF2-40B4-BE49-F238E27FC236}">
                  <a16:creationId xmlns:a16="http://schemas.microsoft.com/office/drawing/2014/main" id="{DD73B8F6-562B-178C-2CEF-DFA5FA6EDDFE}"/>
                </a:ext>
              </a:extLst>
            </p:cNvPr>
            <p:cNvSpPr txBox="1"/>
            <p:nvPr userDrawn="1"/>
          </p:nvSpPr>
          <p:spPr>
            <a:xfrm>
              <a:off x="3155978" y="3658790"/>
              <a:ext cx="444500" cy="584775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nl-NL" sz="3200" b="1" i="0" u="none" strike="noStrike" cap="none" dirty="0">
                  <a:solidFill>
                    <a:schemeClr val="lt1"/>
                  </a:solidFill>
                  <a:latin typeface="Avenir"/>
                  <a:ea typeface="Avenir"/>
                  <a:cs typeface="Avenir"/>
                  <a:sym typeface="Avenir"/>
                </a:rPr>
                <a:t>3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" name="Groep 25">
            <a:extLst>
              <a:ext uri="{FF2B5EF4-FFF2-40B4-BE49-F238E27FC236}">
                <a16:creationId xmlns:a16="http://schemas.microsoft.com/office/drawing/2014/main" id="{4E45ACEC-C821-8018-7F9F-77012AA1CE2D}"/>
              </a:ext>
            </a:extLst>
          </p:cNvPr>
          <p:cNvGrpSpPr/>
          <p:nvPr userDrawn="1"/>
        </p:nvGrpSpPr>
        <p:grpSpPr>
          <a:xfrm>
            <a:off x="2898653" y="4687025"/>
            <a:ext cx="936001" cy="936000"/>
            <a:chOff x="2898653" y="4780815"/>
            <a:chExt cx="936001" cy="936000"/>
          </a:xfrm>
        </p:grpSpPr>
        <p:sp>
          <p:nvSpPr>
            <p:cNvPr id="2" name="Google Shape;1139;p112">
              <a:extLst>
                <a:ext uri="{FF2B5EF4-FFF2-40B4-BE49-F238E27FC236}">
                  <a16:creationId xmlns:a16="http://schemas.microsoft.com/office/drawing/2014/main" id="{4D4CB46B-2A4A-5215-35BD-1952746D5853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898653" y="4780815"/>
              <a:ext cx="936001" cy="936000"/>
            </a:xfrm>
            <a:prstGeom prst="ellipse">
              <a:avLst/>
            </a:prstGeom>
            <a:solidFill>
              <a:srgbClr val="D4D4D5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1"/>
                <a:buFont typeface="Arial"/>
                <a:buNone/>
              </a:pPr>
              <a:endParaRPr sz="180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" name="Google Shape;1142;p112">
              <a:extLst>
                <a:ext uri="{FF2B5EF4-FFF2-40B4-BE49-F238E27FC236}">
                  <a16:creationId xmlns:a16="http://schemas.microsoft.com/office/drawing/2014/main" id="{6F0B3711-9E60-FD90-14ED-7FE6C1B00752}"/>
                </a:ext>
              </a:extLst>
            </p:cNvPr>
            <p:cNvSpPr txBox="1"/>
            <p:nvPr userDrawn="1"/>
          </p:nvSpPr>
          <p:spPr>
            <a:xfrm>
              <a:off x="3144403" y="4979043"/>
              <a:ext cx="444500" cy="5847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nl-NL" sz="3200" b="1" i="0" u="none" strike="noStrike" cap="none" dirty="0">
                  <a:solidFill>
                    <a:schemeClr val="lt1"/>
                  </a:solidFill>
                  <a:latin typeface="Avenir"/>
                  <a:ea typeface="Arial"/>
                  <a:cs typeface="Arial"/>
                  <a:sym typeface="Avenir"/>
                </a:rPr>
                <a:t>4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7" name="Groep 26">
            <a:extLst>
              <a:ext uri="{FF2B5EF4-FFF2-40B4-BE49-F238E27FC236}">
                <a16:creationId xmlns:a16="http://schemas.microsoft.com/office/drawing/2014/main" id="{34EA958D-25EF-1E74-339E-F831F92FEA17}"/>
              </a:ext>
            </a:extLst>
          </p:cNvPr>
          <p:cNvGrpSpPr/>
          <p:nvPr userDrawn="1"/>
        </p:nvGrpSpPr>
        <p:grpSpPr>
          <a:xfrm>
            <a:off x="2898653" y="6018113"/>
            <a:ext cx="936001" cy="936000"/>
            <a:chOff x="2898653" y="6111903"/>
            <a:chExt cx="936001" cy="936000"/>
          </a:xfrm>
        </p:grpSpPr>
        <p:sp>
          <p:nvSpPr>
            <p:cNvPr id="4" name="Google Shape;1139;p112">
              <a:extLst>
                <a:ext uri="{FF2B5EF4-FFF2-40B4-BE49-F238E27FC236}">
                  <a16:creationId xmlns:a16="http://schemas.microsoft.com/office/drawing/2014/main" id="{0541AD5A-805C-1343-2852-A93C9EF78D9C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898653" y="6111903"/>
              <a:ext cx="936001" cy="936000"/>
            </a:xfrm>
            <a:prstGeom prst="ellipse">
              <a:avLst/>
            </a:prstGeom>
            <a:solidFill>
              <a:srgbClr val="D4D4D5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1"/>
                <a:buFont typeface="Arial"/>
                <a:buNone/>
              </a:pPr>
              <a:endParaRPr sz="180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" name="Google Shape;1142;p112">
              <a:extLst>
                <a:ext uri="{FF2B5EF4-FFF2-40B4-BE49-F238E27FC236}">
                  <a16:creationId xmlns:a16="http://schemas.microsoft.com/office/drawing/2014/main" id="{323AF58C-9088-698F-9BE6-479CE9821382}"/>
                </a:ext>
              </a:extLst>
            </p:cNvPr>
            <p:cNvSpPr txBox="1"/>
            <p:nvPr userDrawn="1"/>
          </p:nvSpPr>
          <p:spPr>
            <a:xfrm>
              <a:off x="3144403" y="6310131"/>
              <a:ext cx="444500" cy="5847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nl-NL" sz="3200" b="1" i="0" u="none" strike="noStrike" cap="none" dirty="0">
                  <a:solidFill>
                    <a:schemeClr val="lt1"/>
                  </a:solidFill>
                  <a:latin typeface="Avenir"/>
                  <a:ea typeface="Arial"/>
                  <a:cs typeface="Arial"/>
                  <a:sym typeface="Avenir"/>
                </a:rPr>
                <a:t>5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019954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ofdstuk indeling 4 van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1126;p112">
            <a:extLst>
              <a:ext uri="{FF2B5EF4-FFF2-40B4-BE49-F238E27FC236}">
                <a16:creationId xmlns:a16="http://schemas.microsoft.com/office/drawing/2014/main" id="{700555FD-BB7A-DFBA-63F8-AE9C23A9CEDC}"/>
              </a:ext>
            </a:extLst>
          </p:cNvPr>
          <p:cNvSpPr/>
          <p:nvPr userDrawn="1"/>
        </p:nvSpPr>
        <p:spPr>
          <a:xfrm rot="5400000">
            <a:off x="-2150868" y="2150103"/>
            <a:ext cx="7668388" cy="3366655"/>
          </a:xfrm>
          <a:prstGeom prst="rect">
            <a:avLst/>
          </a:prstGeom>
          <a:solidFill>
            <a:srgbClr val="39364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129;p112">
            <a:extLst>
              <a:ext uri="{FF2B5EF4-FFF2-40B4-BE49-F238E27FC236}">
                <a16:creationId xmlns:a16="http://schemas.microsoft.com/office/drawing/2014/main" id="{01E5EBB9-91B5-9E95-62CC-551C9D63B66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7627332" y="7106754"/>
            <a:ext cx="2429947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NL"/>
              <a:t>‹nr.›</a:t>
            </a:fld>
            <a:endParaRPr/>
          </a:p>
        </p:txBody>
      </p:sp>
      <p:sp>
        <p:nvSpPr>
          <p:cNvPr id="13" name="Google Shape;1130;p112">
            <a:extLst>
              <a:ext uri="{FF2B5EF4-FFF2-40B4-BE49-F238E27FC236}">
                <a16:creationId xmlns:a16="http://schemas.microsoft.com/office/drawing/2014/main" id="{69A83C6B-97F3-FADC-524C-77AB882526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07627" y="940100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14" name="Google Shape;1131;p112">
            <a:extLst>
              <a:ext uri="{FF2B5EF4-FFF2-40B4-BE49-F238E27FC236}">
                <a16:creationId xmlns:a16="http://schemas.microsoft.com/office/drawing/2014/main" id="{3B3B14B8-4A05-2A1A-BDC7-E3AB443690DF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4507627" y="2234084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" name="Google Shape;1132;p112">
            <a:extLst>
              <a:ext uri="{FF2B5EF4-FFF2-40B4-BE49-F238E27FC236}">
                <a16:creationId xmlns:a16="http://schemas.microsoft.com/office/drawing/2014/main" id="{C9FE30FE-FFC7-0A9A-A955-2B31BD35E493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4507627" y="3606401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" name="Google Shape;1133;p112">
            <a:extLst>
              <a:ext uri="{FF2B5EF4-FFF2-40B4-BE49-F238E27FC236}">
                <a16:creationId xmlns:a16="http://schemas.microsoft.com/office/drawing/2014/main" id="{DE20C6AE-7B85-9A76-CE21-C52ABCC921C2}"/>
              </a:ext>
            </a:extLst>
          </p:cNvPr>
          <p:cNvSpPr txBox="1">
            <a:spLocks noGrp="1"/>
          </p:cNvSpPr>
          <p:nvPr>
            <p:ph type="body" idx="4"/>
          </p:nvPr>
        </p:nvSpPr>
        <p:spPr>
          <a:xfrm>
            <a:off x="4507627" y="4896262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17" name="Google Shape;1134;p112">
            <a:extLst>
              <a:ext uri="{FF2B5EF4-FFF2-40B4-BE49-F238E27FC236}">
                <a16:creationId xmlns:a16="http://schemas.microsoft.com/office/drawing/2014/main" id="{6F9BC426-AE9C-5C5D-77E4-5241F95E9FE8}"/>
              </a:ext>
            </a:extLst>
          </p:cNvPr>
          <p:cNvSpPr txBox="1">
            <a:spLocks noGrp="1"/>
          </p:cNvSpPr>
          <p:nvPr>
            <p:ph type="body" idx="5"/>
          </p:nvPr>
        </p:nvSpPr>
        <p:spPr>
          <a:xfrm>
            <a:off x="4507627" y="6227350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24" name="Afbeelding 23">
            <a:extLst>
              <a:ext uri="{FF2B5EF4-FFF2-40B4-BE49-F238E27FC236}">
                <a16:creationId xmlns:a16="http://schemas.microsoft.com/office/drawing/2014/main" id="{99AF4027-C0E3-0366-B560-86352B4906A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32229" y="7037304"/>
            <a:ext cx="347931" cy="316561"/>
          </a:xfrm>
          <a:prstGeom prst="rect">
            <a:avLst/>
          </a:prstGeom>
        </p:spPr>
      </p:pic>
      <p:pic>
        <p:nvPicPr>
          <p:cNvPr id="9" name="Afbeelding 8">
            <a:extLst>
              <a:ext uri="{FF2B5EF4-FFF2-40B4-BE49-F238E27FC236}">
                <a16:creationId xmlns:a16="http://schemas.microsoft.com/office/drawing/2014/main" id="{10E30DDA-A026-A98D-5A49-69C65C40CBA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5620" t="7315" r="25609"/>
          <a:stretch/>
        </p:blipFill>
        <p:spPr>
          <a:xfrm>
            <a:off x="-4" y="0"/>
            <a:ext cx="3366657" cy="7106754"/>
          </a:xfrm>
          <a:prstGeom prst="rect">
            <a:avLst/>
          </a:prstGeom>
        </p:spPr>
      </p:pic>
      <p:grpSp>
        <p:nvGrpSpPr>
          <p:cNvPr id="6" name="Groep 5">
            <a:extLst>
              <a:ext uri="{FF2B5EF4-FFF2-40B4-BE49-F238E27FC236}">
                <a16:creationId xmlns:a16="http://schemas.microsoft.com/office/drawing/2014/main" id="{11B0EEB8-CB37-978C-4065-79A149A54D02}"/>
              </a:ext>
            </a:extLst>
          </p:cNvPr>
          <p:cNvGrpSpPr/>
          <p:nvPr userDrawn="1"/>
        </p:nvGrpSpPr>
        <p:grpSpPr>
          <a:xfrm>
            <a:off x="2898653" y="692691"/>
            <a:ext cx="936001" cy="936000"/>
            <a:chOff x="2898653" y="786481"/>
            <a:chExt cx="936001" cy="936000"/>
          </a:xfrm>
          <a:solidFill>
            <a:srgbClr val="D4D4D5"/>
          </a:solidFill>
        </p:grpSpPr>
        <p:sp>
          <p:nvSpPr>
            <p:cNvPr id="18" name="Google Shape;1135;p112">
              <a:extLst>
                <a:ext uri="{FF2B5EF4-FFF2-40B4-BE49-F238E27FC236}">
                  <a16:creationId xmlns:a16="http://schemas.microsoft.com/office/drawing/2014/main" id="{D5ABB8C1-75B2-A86E-F8C7-91C0BE91A000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898653" y="786481"/>
              <a:ext cx="936001" cy="936000"/>
            </a:xfrm>
            <a:prstGeom prst="ellipse">
              <a:avLst/>
            </a:prstGeom>
            <a:grpFill/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1"/>
                <a:buFont typeface="Arial"/>
                <a:buNone/>
              </a:pPr>
              <a:endParaRPr sz="180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1136;p112">
              <a:extLst>
                <a:ext uri="{FF2B5EF4-FFF2-40B4-BE49-F238E27FC236}">
                  <a16:creationId xmlns:a16="http://schemas.microsoft.com/office/drawing/2014/main" id="{461538B8-01F7-08AB-6AC0-01D8939D6374}"/>
                </a:ext>
              </a:extLst>
            </p:cNvPr>
            <p:cNvSpPr txBox="1"/>
            <p:nvPr userDrawn="1"/>
          </p:nvSpPr>
          <p:spPr>
            <a:xfrm>
              <a:off x="3144403" y="1005624"/>
              <a:ext cx="444500" cy="584775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nl-NL" sz="3200" b="1" i="0" u="none" strike="noStrike" cap="none" dirty="0">
                  <a:solidFill>
                    <a:schemeClr val="lt1"/>
                  </a:solidFill>
                  <a:latin typeface="Avenir"/>
                  <a:ea typeface="Avenir"/>
                  <a:cs typeface="Avenir"/>
                  <a:sym typeface="Avenir"/>
                </a:rPr>
                <a:t>1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" name="Groep 6">
            <a:extLst>
              <a:ext uri="{FF2B5EF4-FFF2-40B4-BE49-F238E27FC236}">
                <a16:creationId xmlns:a16="http://schemas.microsoft.com/office/drawing/2014/main" id="{A354620A-BF9B-E172-2C78-29F2DFDCBBB1}"/>
              </a:ext>
            </a:extLst>
          </p:cNvPr>
          <p:cNvGrpSpPr/>
          <p:nvPr userDrawn="1"/>
        </p:nvGrpSpPr>
        <p:grpSpPr>
          <a:xfrm>
            <a:off x="2898653" y="2024847"/>
            <a:ext cx="936001" cy="936000"/>
            <a:chOff x="2898653" y="2118637"/>
            <a:chExt cx="936001" cy="936000"/>
          </a:xfrm>
        </p:grpSpPr>
        <p:sp>
          <p:nvSpPr>
            <p:cNvPr id="20" name="Google Shape;1139;p112">
              <a:extLst>
                <a:ext uri="{FF2B5EF4-FFF2-40B4-BE49-F238E27FC236}">
                  <a16:creationId xmlns:a16="http://schemas.microsoft.com/office/drawing/2014/main" id="{928CE524-9EB1-2AFC-AB50-73B241E04A2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898653" y="2118637"/>
              <a:ext cx="936001" cy="936000"/>
            </a:xfrm>
            <a:prstGeom prst="ellipse">
              <a:avLst/>
            </a:prstGeom>
            <a:solidFill>
              <a:srgbClr val="D4D4D5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1"/>
                <a:buFont typeface="Arial"/>
                <a:buNone/>
              </a:pPr>
              <a:endParaRPr sz="180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1142;p112">
              <a:extLst>
                <a:ext uri="{FF2B5EF4-FFF2-40B4-BE49-F238E27FC236}">
                  <a16:creationId xmlns:a16="http://schemas.microsoft.com/office/drawing/2014/main" id="{3DA9C50D-5303-1D8E-C779-441EE7ABF6B9}"/>
                </a:ext>
              </a:extLst>
            </p:cNvPr>
            <p:cNvSpPr txBox="1"/>
            <p:nvPr userDrawn="1"/>
          </p:nvSpPr>
          <p:spPr>
            <a:xfrm>
              <a:off x="3144403" y="2316865"/>
              <a:ext cx="444500" cy="5847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nl-NL" sz="3200" b="1" i="0" u="none" strike="noStrike" cap="none" dirty="0">
                  <a:solidFill>
                    <a:schemeClr val="lt1"/>
                  </a:solidFill>
                  <a:latin typeface="Avenir"/>
                  <a:ea typeface="Avenir"/>
                  <a:cs typeface="Avenir"/>
                  <a:sym typeface="Avenir"/>
                </a:rPr>
                <a:t>2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" name="Groep 24">
            <a:extLst>
              <a:ext uri="{FF2B5EF4-FFF2-40B4-BE49-F238E27FC236}">
                <a16:creationId xmlns:a16="http://schemas.microsoft.com/office/drawing/2014/main" id="{22CF8135-3875-946B-7104-006B4215117D}"/>
              </a:ext>
            </a:extLst>
          </p:cNvPr>
          <p:cNvGrpSpPr/>
          <p:nvPr userDrawn="1"/>
        </p:nvGrpSpPr>
        <p:grpSpPr>
          <a:xfrm>
            <a:off x="2898653" y="3357003"/>
            <a:ext cx="936001" cy="936000"/>
            <a:chOff x="2898653" y="3450793"/>
            <a:chExt cx="936001" cy="936000"/>
          </a:xfrm>
        </p:grpSpPr>
        <p:sp>
          <p:nvSpPr>
            <p:cNvPr id="22" name="Google Shape;1145;p112">
              <a:extLst>
                <a:ext uri="{FF2B5EF4-FFF2-40B4-BE49-F238E27FC236}">
                  <a16:creationId xmlns:a16="http://schemas.microsoft.com/office/drawing/2014/main" id="{F788213D-2F9B-A546-7D44-C96A1059268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898653" y="3450793"/>
              <a:ext cx="936001" cy="936000"/>
            </a:xfrm>
            <a:prstGeom prst="ellipse">
              <a:avLst/>
            </a:prstGeom>
            <a:solidFill>
              <a:srgbClr val="D4D4D5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1"/>
                <a:buFont typeface="Arial"/>
                <a:buNone/>
              </a:pPr>
              <a:endParaRPr sz="180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" name="Google Shape;1146;p112">
              <a:extLst>
                <a:ext uri="{FF2B5EF4-FFF2-40B4-BE49-F238E27FC236}">
                  <a16:creationId xmlns:a16="http://schemas.microsoft.com/office/drawing/2014/main" id="{DD73B8F6-562B-178C-2CEF-DFA5FA6EDDFE}"/>
                </a:ext>
              </a:extLst>
            </p:cNvPr>
            <p:cNvSpPr txBox="1"/>
            <p:nvPr userDrawn="1"/>
          </p:nvSpPr>
          <p:spPr>
            <a:xfrm>
              <a:off x="3155978" y="3658790"/>
              <a:ext cx="444500" cy="5847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nl-NL" sz="3200" b="1" i="0" u="none" strike="noStrike" cap="none" dirty="0">
                  <a:solidFill>
                    <a:schemeClr val="lt1"/>
                  </a:solidFill>
                  <a:latin typeface="Avenir"/>
                  <a:ea typeface="Avenir"/>
                  <a:cs typeface="Avenir"/>
                  <a:sym typeface="Avenir"/>
                </a:rPr>
                <a:t>3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" name="Groep 25">
            <a:extLst>
              <a:ext uri="{FF2B5EF4-FFF2-40B4-BE49-F238E27FC236}">
                <a16:creationId xmlns:a16="http://schemas.microsoft.com/office/drawing/2014/main" id="{4E45ACEC-C821-8018-7F9F-77012AA1CE2D}"/>
              </a:ext>
            </a:extLst>
          </p:cNvPr>
          <p:cNvGrpSpPr/>
          <p:nvPr userDrawn="1"/>
        </p:nvGrpSpPr>
        <p:grpSpPr>
          <a:xfrm>
            <a:off x="2898653" y="4687025"/>
            <a:ext cx="936001" cy="936000"/>
            <a:chOff x="2898653" y="4780815"/>
            <a:chExt cx="936001" cy="936000"/>
          </a:xfrm>
          <a:solidFill>
            <a:srgbClr val="EE7444"/>
          </a:solidFill>
        </p:grpSpPr>
        <p:sp>
          <p:nvSpPr>
            <p:cNvPr id="2" name="Google Shape;1139;p112">
              <a:extLst>
                <a:ext uri="{FF2B5EF4-FFF2-40B4-BE49-F238E27FC236}">
                  <a16:creationId xmlns:a16="http://schemas.microsoft.com/office/drawing/2014/main" id="{4D4CB46B-2A4A-5215-35BD-1952746D5853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898653" y="4780815"/>
              <a:ext cx="936001" cy="936000"/>
            </a:xfrm>
            <a:prstGeom prst="ellipse">
              <a:avLst/>
            </a:prstGeom>
            <a:grpFill/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1"/>
                <a:buFont typeface="Arial"/>
                <a:buNone/>
              </a:pPr>
              <a:endParaRPr sz="180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" name="Google Shape;1142;p112">
              <a:extLst>
                <a:ext uri="{FF2B5EF4-FFF2-40B4-BE49-F238E27FC236}">
                  <a16:creationId xmlns:a16="http://schemas.microsoft.com/office/drawing/2014/main" id="{6F0B3711-9E60-FD90-14ED-7FE6C1B00752}"/>
                </a:ext>
              </a:extLst>
            </p:cNvPr>
            <p:cNvSpPr txBox="1"/>
            <p:nvPr userDrawn="1"/>
          </p:nvSpPr>
          <p:spPr>
            <a:xfrm>
              <a:off x="3144403" y="4979043"/>
              <a:ext cx="444500" cy="584735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nl-NL" sz="3200" b="1" i="0" u="none" strike="noStrike" cap="none" dirty="0">
                  <a:solidFill>
                    <a:schemeClr val="lt1"/>
                  </a:solidFill>
                  <a:latin typeface="Avenir"/>
                  <a:ea typeface="Arial"/>
                  <a:cs typeface="Arial"/>
                  <a:sym typeface="Avenir"/>
                </a:rPr>
                <a:t>4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7" name="Groep 26">
            <a:extLst>
              <a:ext uri="{FF2B5EF4-FFF2-40B4-BE49-F238E27FC236}">
                <a16:creationId xmlns:a16="http://schemas.microsoft.com/office/drawing/2014/main" id="{34EA958D-25EF-1E74-339E-F831F92FEA17}"/>
              </a:ext>
            </a:extLst>
          </p:cNvPr>
          <p:cNvGrpSpPr/>
          <p:nvPr userDrawn="1"/>
        </p:nvGrpSpPr>
        <p:grpSpPr>
          <a:xfrm>
            <a:off x="2898653" y="6018113"/>
            <a:ext cx="936001" cy="936000"/>
            <a:chOff x="2898653" y="6111903"/>
            <a:chExt cx="936001" cy="936000"/>
          </a:xfrm>
        </p:grpSpPr>
        <p:sp>
          <p:nvSpPr>
            <p:cNvPr id="4" name="Google Shape;1139;p112">
              <a:extLst>
                <a:ext uri="{FF2B5EF4-FFF2-40B4-BE49-F238E27FC236}">
                  <a16:creationId xmlns:a16="http://schemas.microsoft.com/office/drawing/2014/main" id="{0541AD5A-805C-1343-2852-A93C9EF78D9C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898653" y="6111903"/>
              <a:ext cx="936001" cy="936000"/>
            </a:xfrm>
            <a:prstGeom prst="ellipse">
              <a:avLst/>
            </a:prstGeom>
            <a:solidFill>
              <a:srgbClr val="D4D4D5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1"/>
                <a:buFont typeface="Arial"/>
                <a:buNone/>
              </a:pPr>
              <a:endParaRPr sz="180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" name="Google Shape;1142;p112">
              <a:extLst>
                <a:ext uri="{FF2B5EF4-FFF2-40B4-BE49-F238E27FC236}">
                  <a16:creationId xmlns:a16="http://schemas.microsoft.com/office/drawing/2014/main" id="{323AF58C-9088-698F-9BE6-479CE9821382}"/>
                </a:ext>
              </a:extLst>
            </p:cNvPr>
            <p:cNvSpPr txBox="1"/>
            <p:nvPr userDrawn="1"/>
          </p:nvSpPr>
          <p:spPr>
            <a:xfrm>
              <a:off x="3144403" y="6310131"/>
              <a:ext cx="444500" cy="5847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nl-NL" sz="3200" b="1" i="0" u="none" strike="noStrike" cap="none" dirty="0">
                  <a:solidFill>
                    <a:schemeClr val="lt1"/>
                  </a:solidFill>
                  <a:latin typeface="Avenir"/>
                  <a:ea typeface="Arial"/>
                  <a:cs typeface="Arial"/>
                  <a:sym typeface="Avenir"/>
                </a:rPr>
                <a:t>5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518243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ofdstuk indeling 5 van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1126;p112">
            <a:extLst>
              <a:ext uri="{FF2B5EF4-FFF2-40B4-BE49-F238E27FC236}">
                <a16:creationId xmlns:a16="http://schemas.microsoft.com/office/drawing/2014/main" id="{700555FD-BB7A-DFBA-63F8-AE9C23A9CEDC}"/>
              </a:ext>
            </a:extLst>
          </p:cNvPr>
          <p:cNvSpPr/>
          <p:nvPr userDrawn="1"/>
        </p:nvSpPr>
        <p:spPr>
          <a:xfrm rot="5400000">
            <a:off x="-2150868" y="2150103"/>
            <a:ext cx="7668388" cy="3366655"/>
          </a:xfrm>
          <a:prstGeom prst="rect">
            <a:avLst/>
          </a:prstGeom>
          <a:solidFill>
            <a:srgbClr val="39364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129;p112">
            <a:extLst>
              <a:ext uri="{FF2B5EF4-FFF2-40B4-BE49-F238E27FC236}">
                <a16:creationId xmlns:a16="http://schemas.microsoft.com/office/drawing/2014/main" id="{01E5EBB9-91B5-9E95-62CC-551C9D63B66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7627332" y="7106754"/>
            <a:ext cx="2429947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NL"/>
              <a:t>‹nr.›</a:t>
            </a:fld>
            <a:endParaRPr/>
          </a:p>
        </p:txBody>
      </p:sp>
      <p:sp>
        <p:nvSpPr>
          <p:cNvPr id="13" name="Google Shape;1130;p112">
            <a:extLst>
              <a:ext uri="{FF2B5EF4-FFF2-40B4-BE49-F238E27FC236}">
                <a16:creationId xmlns:a16="http://schemas.microsoft.com/office/drawing/2014/main" id="{69A83C6B-97F3-FADC-524C-77AB882526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07627" y="940100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14" name="Google Shape;1131;p112">
            <a:extLst>
              <a:ext uri="{FF2B5EF4-FFF2-40B4-BE49-F238E27FC236}">
                <a16:creationId xmlns:a16="http://schemas.microsoft.com/office/drawing/2014/main" id="{3B3B14B8-4A05-2A1A-BDC7-E3AB443690DF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4507627" y="2234084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" name="Google Shape;1132;p112">
            <a:extLst>
              <a:ext uri="{FF2B5EF4-FFF2-40B4-BE49-F238E27FC236}">
                <a16:creationId xmlns:a16="http://schemas.microsoft.com/office/drawing/2014/main" id="{C9FE30FE-FFC7-0A9A-A955-2B31BD35E493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4507627" y="3606401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" name="Google Shape;1133;p112">
            <a:extLst>
              <a:ext uri="{FF2B5EF4-FFF2-40B4-BE49-F238E27FC236}">
                <a16:creationId xmlns:a16="http://schemas.microsoft.com/office/drawing/2014/main" id="{DE20C6AE-7B85-9A76-CE21-C52ABCC921C2}"/>
              </a:ext>
            </a:extLst>
          </p:cNvPr>
          <p:cNvSpPr txBox="1">
            <a:spLocks noGrp="1"/>
          </p:cNvSpPr>
          <p:nvPr>
            <p:ph type="body" idx="4"/>
          </p:nvPr>
        </p:nvSpPr>
        <p:spPr>
          <a:xfrm>
            <a:off x="4507627" y="4896262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17" name="Google Shape;1134;p112">
            <a:extLst>
              <a:ext uri="{FF2B5EF4-FFF2-40B4-BE49-F238E27FC236}">
                <a16:creationId xmlns:a16="http://schemas.microsoft.com/office/drawing/2014/main" id="{6F9BC426-AE9C-5C5D-77E4-5241F95E9FE8}"/>
              </a:ext>
            </a:extLst>
          </p:cNvPr>
          <p:cNvSpPr txBox="1">
            <a:spLocks noGrp="1"/>
          </p:cNvSpPr>
          <p:nvPr>
            <p:ph type="body" idx="5"/>
          </p:nvPr>
        </p:nvSpPr>
        <p:spPr>
          <a:xfrm>
            <a:off x="4507627" y="6227350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24" name="Afbeelding 23">
            <a:extLst>
              <a:ext uri="{FF2B5EF4-FFF2-40B4-BE49-F238E27FC236}">
                <a16:creationId xmlns:a16="http://schemas.microsoft.com/office/drawing/2014/main" id="{99AF4027-C0E3-0366-B560-86352B4906A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32229" y="7037304"/>
            <a:ext cx="347931" cy="316561"/>
          </a:xfrm>
          <a:prstGeom prst="rect">
            <a:avLst/>
          </a:prstGeom>
        </p:spPr>
      </p:pic>
      <p:pic>
        <p:nvPicPr>
          <p:cNvPr id="9" name="Afbeelding 8">
            <a:extLst>
              <a:ext uri="{FF2B5EF4-FFF2-40B4-BE49-F238E27FC236}">
                <a16:creationId xmlns:a16="http://schemas.microsoft.com/office/drawing/2014/main" id="{60C0666C-4B25-0E8B-4CCD-08A6BA01A26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5620" t="7315" r="25609"/>
          <a:stretch/>
        </p:blipFill>
        <p:spPr>
          <a:xfrm>
            <a:off x="-4" y="0"/>
            <a:ext cx="3366657" cy="7106754"/>
          </a:xfrm>
          <a:prstGeom prst="rect">
            <a:avLst/>
          </a:prstGeom>
        </p:spPr>
      </p:pic>
      <p:grpSp>
        <p:nvGrpSpPr>
          <p:cNvPr id="6" name="Groep 5">
            <a:extLst>
              <a:ext uri="{FF2B5EF4-FFF2-40B4-BE49-F238E27FC236}">
                <a16:creationId xmlns:a16="http://schemas.microsoft.com/office/drawing/2014/main" id="{11B0EEB8-CB37-978C-4065-79A149A54D02}"/>
              </a:ext>
            </a:extLst>
          </p:cNvPr>
          <p:cNvGrpSpPr/>
          <p:nvPr userDrawn="1"/>
        </p:nvGrpSpPr>
        <p:grpSpPr>
          <a:xfrm>
            <a:off x="2898653" y="692691"/>
            <a:ext cx="936001" cy="936000"/>
            <a:chOff x="2898653" y="786481"/>
            <a:chExt cx="936001" cy="936000"/>
          </a:xfrm>
          <a:solidFill>
            <a:srgbClr val="D4D4D5"/>
          </a:solidFill>
        </p:grpSpPr>
        <p:sp>
          <p:nvSpPr>
            <p:cNvPr id="18" name="Google Shape;1135;p112">
              <a:extLst>
                <a:ext uri="{FF2B5EF4-FFF2-40B4-BE49-F238E27FC236}">
                  <a16:creationId xmlns:a16="http://schemas.microsoft.com/office/drawing/2014/main" id="{D5ABB8C1-75B2-A86E-F8C7-91C0BE91A000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898653" y="786481"/>
              <a:ext cx="936001" cy="936000"/>
            </a:xfrm>
            <a:prstGeom prst="ellipse">
              <a:avLst/>
            </a:prstGeom>
            <a:grpFill/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1"/>
                <a:buFont typeface="Arial"/>
                <a:buNone/>
              </a:pPr>
              <a:endParaRPr sz="180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1136;p112">
              <a:extLst>
                <a:ext uri="{FF2B5EF4-FFF2-40B4-BE49-F238E27FC236}">
                  <a16:creationId xmlns:a16="http://schemas.microsoft.com/office/drawing/2014/main" id="{461538B8-01F7-08AB-6AC0-01D8939D6374}"/>
                </a:ext>
              </a:extLst>
            </p:cNvPr>
            <p:cNvSpPr txBox="1"/>
            <p:nvPr userDrawn="1"/>
          </p:nvSpPr>
          <p:spPr>
            <a:xfrm>
              <a:off x="3144403" y="1005624"/>
              <a:ext cx="444500" cy="584775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nl-NL" sz="3200" b="1" i="0" u="none" strike="noStrike" cap="none" dirty="0">
                  <a:solidFill>
                    <a:schemeClr val="lt1"/>
                  </a:solidFill>
                  <a:latin typeface="Avenir"/>
                  <a:ea typeface="Avenir"/>
                  <a:cs typeface="Avenir"/>
                  <a:sym typeface="Avenir"/>
                </a:rPr>
                <a:t>1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" name="Groep 6">
            <a:extLst>
              <a:ext uri="{FF2B5EF4-FFF2-40B4-BE49-F238E27FC236}">
                <a16:creationId xmlns:a16="http://schemas.microsoft.com/office/drawing/2014/main" id="{A354620A-BF9B-E172-2C78-29F2DFDCBBB1}"/>
              </a:ext>
            </a:extLst>
          </p:cNvPr>
          <p:cNvGrpSpPr/>
          <p:nvPr userDrawn="1"/>
        </p:nvGrpSpPr>
        <p:grpSpPr>
          <a:xfrm>
            <a:off x="2898653" y="2024847"/>
            <a:ext cx="936001" cy="936000"/>
            <a:chOff x="2898653" y="2118637"/>
            <a:chExt cx="936001" cy="936000"/>
          </a:xfrm>
        </p:grpSpPr>
        <p:sp>
          <p:nvSpPr>
            <p:cNvPr id="20" name="Google Shape;1139;p112">
              <a:extLst>
                <a:ext uri="{FF2B5EF4-FFF2-40B4-BE49-F238E27FC236}">
                  <a16:creationId xmlns:a16="http://schemas.microsoft.com/office/drawing/2014/main" id="{928CE524-9EB1-2AFC-AB50-73B241E04A2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898653" y="2118637"/>
              <a:ext cx="936001" cy="936000"/>
            </a:xfrm>
            <a:prstGeom prst="ellipse">
              <a:avLst/>
            </a:prstGeom>
            <a:solidFill>
              <a:srgbClr val="D4D4D5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1"/>
                <a:buFont typeface="Arial"/>
                <a:buNone/>
              </a:pPr>
              <a:endParaRPr sz="180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1142;p112">
              <a:extLst>
                <a:ext uri="{FF2B5EF4-FFF2-40B4-BE49-F238E27FC236}">
                  <a16:creationId xmlns:a16="http://schemas.microsoft.com/office/drawing/2014/main" id="{3DA9C50D-5303-1D8E-C779-441EE7ABF6B9}"/>
                </a:ext>
              </a:extLst>
            </p:cNvPr>
            <p:cNvSpPr txBox="1"/>
            <p:nvPr userDrawn="1"/>
          </p:nvSpPr>
          <p:spPr>
            <a:xfrm>
              <a:off x="3144403" y="2316865"/>
              <a:ext cx="444500" cy="5847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nl-NL" sz="3200" b="1" i="0" u="none" strike="noStrike" cap="none" dirty="0">
                  <a:solidFill>
                    <a:schemeClr val="lt1"/>
                  </a:solidFill>
                  <a:latin typeface="Avenir"/>
                  <a:ea typeface="Avenir"/>
                  <a:cs typeface="Avenir"/>
                  <a:sym typeface="Avenir"/>
                </a:rPr>
                <a:t>2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" name="Groep 24">
            <a:extLst>
              <a:ext uri="{FF2B5EF4-FFF2-40B4-BE49-F238E27FC236}">
                <a16:creationId xmlns:a16="http://schemas.microsoft.com/office/drawing/2014/main" id="{22CF8135-3875-946B-7104-006B4215117D}"/>
              </a:ext>
            </a:extLst>
          </p:cNvPr>
          <p:cNvGrpSpPr/>
          <p:nvPr userDrawn="1"/>
        </p:nvGrpSpPr>
        <p:grpSpPr>
          <a:xfrm>
            <a:off x="2898653" y="3357003"/>
            <a:ext cx="936001" cy="936000"/>
            <a:chOff x="2898653" y="3450793"/>
            <a:chExt cx="936001" cy="936000"/>
          </a:xfrm>
        </p:grpSpPr>
        <p:sp>
          <p:nvSpPr>
            <p:cNvPr id="22" name="Google Shape;1145;p112">
              <a:extLst>
                <a:ext uri="{FF2B5EF4-FFF2-40B4-BE49-F238E27FC236}">
                  <a16:creationId xmlns:a16="http://schemas.microsoft.com/office/drawing/2014/main" id="{F788213D-2F9B-A546-7D44-C96A1059268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898653" y="3450793"/>
              <a:ext cx="936001" cy="936000"/>
            </a:xfrm>
            <a:prstGeom prst="ellipse">
              <a:avLst/>
            </a:prstGeom>
            <a:solidFill>
              <a:srgbClr val="D4D4D5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1"/>
                <a:buFont typeface="Arial"/>
                <a:buNone/>
              </a:pPr>
              <a:endParaRPr sz="180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" name="Google Shape;1146;p112">
              <a:extLst>
                <a:ext uri="{FF2B5EF4-FFF2-40B4-BE49-F238E27FC236}">
                  <a16:creationId xmlns:a16="http://schemas.microsoft.com/office/drawing/2014/main" id="{DD73B8F6-562B-178C-2CEF-DFA5FA6EDDFE}"/>
                </a:ext>
              </a:extLst>
            </p:cNvPr>
            <p:cNvSpPr txBox="1"/>
            <p:nvPr userDrawn="1"/>
          </p:nvSpPr>
          <p:spPr>
            <a:xfrm>
              <a:off x="3155978" y="3658790"/>
              <a:ext cx="444500" cy="5847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nl-NL" sz="3200" b="1" i="0" u="none" strike="noStrike" cap="none" dirty="0">
                  <a:solidFill>
                    <a:schemeClr val="lt1"/>
                  </a:solidFill>
                  <a:latin typeface="Avenir"/>
                  <a:ea typeface="Avenir"/>
                  <a:cs typeface="Avenir"/>
                  <a:sym typeface="Avenir"/>
                </a:rPr>
                <a:t>3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" name="Groep 25">
            <a:extLst>
              <a:ext uri="{FF2B5EF4-FFF2-40B4-BE49-F238E27FC236}">
                <a16:creationId xmlns:a16="http://schemas.microsoft.com/office/drawing/2014/main" id="{4E45ACEC-C821-8018-7F9F-77012AA1CE2D}"/>
              </a:ext>
            </a:extLst>
          </p:cNvPr>
          <p:cNvGrpSpPr/>
          <p:nvPr userDrawn="1"/>
        </p:nvGrpSpPr>
        <p:grpSpPr>
          <a:xfrm>
            <a:off x="2898653" y="4687025"/>
            <a:ext cx="936001" cy="936000"/>
            <a:chOff x="2898653" y="4780815"/>
            <a:chExt cx="936001" cy="936000"/>
          </a:xfrm>
        </p:grpSpPr>
        <p:sp>
          <p:nvSpPr>
            <p:cNvPr id="2" name="Google Shape;1139;p112">
              <a:extLst>
                <a:ext uri="{FF2B5EF4-FFF2-40B4-BE49-F238E27FC236}">
                  <a16:creationId xmlns:a16="http://schemas.microsoft.com/office/drawing/2014/main" id="{4D4CB46B-2A4A-5215-35BD-1952746D5853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898653" y="4780815"/>
              <a:ext cx="936001" cy="936000"/>
            </a:xfrm>
            <a:prstGeom prst="ellipse">
              <a:avLst/>
            </a:prstGeom>
            <a:solidFill>
              <a:srgbClr val="D4D4D5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1"/>
                <a:buFont typeface="Arial"/>
                <a:buNone/>
              </a:pPr>
              <a:endParaRPr sz="180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" name="Google Shape;1142;p112">
              <a:extLst>
                <a:ext uri="{FF2B5EF4-FFF2-40B4-BE49-F238E27FC236}">
                  <a16:creationId xmlns:a16="http://schemas.microsoft.com/office/drawing/2014/main" id="{6F0B3711-9E60-FD90-14ED-7FE6C1B00752}"/>
                </a:ext>
              </a:extLst>
            </p:cNvPr>
            <p:cNvSpPr txBox="1"/>
            <p:nvPr userDrawn="1"/>
          </p:nvSpPr>
          <p:spPr>
            <a:xfrm>
              <a:off x="3144403" y="4979043"/>
              <a:ext cx="444500" cy="5847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nl-NL" sz="3200" b="1" i="0" u="none" strike="noStrike" cap="none" dirty="0">
                  <a:solidFill>
                    <a:schemeClr val="lt1"/>
                  </a:solidFill>
                  <a:latin typeface="Avenir"/>
                  <a:ea typeface="Arial"/>
                  <a:cs typeface="Arial"/>
                  <a:sym typeface="Avenir"/>
                </a:rPr>
                <a:t>4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7" name="Groep 26">
            <a:extLst>
              <a:ext uri="{FF2B5EF4-FFF2-40B4-BE49-F238E27FC236}">
                <a16:creationId xmlns:a16="http://schemas.microsoft.com/office/drawing/2014/main" id="{34EA958D-25EF-1E74-339E-F831F92FEA17}"/>
              </a:ext>
            </a:extLst>
          </p:cNvPr>
          <p:cNvGrpSpPr/>
          <p:nvPr userDrawn="1"/>
        </p:nvGrpSpPr>
        <p:grpSpPr>
          <a:xfrm>
            <a:off x="2898653" y="6018113"/>
            <a:ext cx="936001" cy="936000"/>
            <a:chOff x="2898653" y="6111903"/>
            <a:chExt cx="936001" cy="936000"/>
          </a:xfrm>
          <a:solidFill>
            <a:srgbClr val="EE7444"/>
          </a:solidFill>
        </p:grpSpPr>
        <p:sp>
          <p:nvSpPr>
            <p:cNvPr id="4" name="Google Shape;1139;p112">
              <a:extLst>
                <a:ext uri="{FF2B5EF4-FFF2-40B4-BE49-F238E27FC236}">
                  <a16:creationId xmlns:a16="http://schemas.microsoft.com/office/drawing/2014/main" id="{0541AD5A-805C-1343-2852-A93C9EF78D9C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898653" y="6111903"/>
              <a:ext cx="936001" cy="936000"/>
            </a:xfrm>
            <a:prstGeom prst="ellipse">
              <a:avLst/>
            </a:prstGeom>
            <a:grpFill/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1"/>
                <a:buFont typeface="Arial"/>
                <a:buNone/>
              </a:pPr>
              <a:endParaRPr sz="180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" name="Google Shape;1142;p112">
              <a:extLst>
                <a:ext uri="{FF2B5EF4-FFF2-40B4-BE49-F238E27FC236}">
                  <a16:creationId xmlns:a16="http://schemas.microsoft.com/office/drawing/2014/main" id="{323AF58C-9088-698F-9BE6-479CE9821382}"/>
                </a:ext>
              </a:extLst>
            </p:cNvPr>
            <p:cNvSpPr txBox="1"/>
            <p:nvPr userDrawn="1"/>
          </p:nvSpPr>
          <p:spPr>
            <a:xfrm>
              <a:off x="3144403" y="6310131"/>
              <a:ext cx="444500" cy="584735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nl-NL" sz="3200" b="1" i="0" u="none" strike="noStrike" cap="none" dirty="0">
                  <a:solidFill>
                    <a:schemeClr val="lt1"/>
                  </a:solidFill>
                  <a:latin typeface="Avenir"/>
                  <a:ea typeface="Arial"/>
                  <a:cs typeface="Arial"/>
                  <a:sym typeface="Avenir"/>
                </a:rPr>
                <a:t>5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814314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anbeveling/introductie pagi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Afbeelding 33">
            <a:extLst>
              <a:ext uri="{FF2B5EF4-FFF2-40B4-BE49-F238E27FC236}">
                <a16:creationId xmlns:a16="http://schemas.microsoft.com/office/drawing/2014/main" id="{D39E4CC9-E635-411F-D94C-2CC2488FD3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27622" y="7037304"/>
            <a:ext cx="357146" cy="316561"/>
          </a:xfrm>
          <a:prstGeom prst="rect">
            <a:avLst/>
          </a:prstGeom>
        </p:spPr>
      </p:pic>
      <p:cxnSp>
        <p:nvCxnSpPr>
          <p:cNvPr id="39" name="Google Shape;1251;p5">
            <a:extLst>
              <a:ext uri="{FF2B5EF4-FFF2-40B4-BE49-F238E27FC236}">
                <a16:creationId xmlns:a16="http://schemas.microsoft.com/office/drawing/2014/main" id="{22BC758E-14F9-9AED-F4CD-7D12FEF901F1}"/>
              </a:ext>
            </a:extLst>
          </p:cNvPr>
          <p:cNvCxnSpPr/>
          <p:nvPr userDrawn="1"/>
        </p:nvCxnSpPr>
        <p:spPr>
          <a:xfrm>
            <a:off x="716049" y="1219200"/>
            <a:ext cx="9341230" cy="0"/>
          </a:xfrm>
          <a:prstGeom prst="straightConnector1">
            <a:avLst/>
          </a:prstGeom>
          <a:noFill/>
          <a:ln w="28575" cap="flat" cmpd="sng">
            <a:solidFill>
              <a:srgbClr val="EB792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0" name="Google Shape;1129;p112">
            <a:extLst>
              <a:ext uri="{FF2B5EF4-FFF2-40B4-BE49-F238E27FC236}">
                <a16:creationId xmlns:a16="http://schemas.microsoft.com/office/drawing/2014/main" id="{D09A1787-F70E-5242-27FB-396FE2EC932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7627332" y="7106754"/>
            <a:ext cx="2429947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NL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7931613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anbeveling/introductie pagina met r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Afbeelding 5">
            <a:extLst>
              <a:ext uri="{FF2B5EF4-FFF2-40B4-BE49-F238E27FC236}">
                <a16:creationId xmlns:a16="http://schemas.microsoft.com/office/drawing/2014/main" id="{0198986F-5DD4-F60F-1C84-2E68A2D9303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27622" y="7037304"/>
            <a:ext cx="357146" cy="316561"/>
          </a:xfrm>
          <a:prstGeom prst="rect">
            <a:avLst/>
          </a:prstGeom>
        </p:spPr>
      </p:pic>
      <p:cxnSp>
        <p:nvCxnSpPr>
          <p:cNvPr id="8" name="Google Shape;1251;p5">
            <a:extLst>
              <a:ext uri="{FF2B5EF4-FFF2-40B4-BE49-F238E27FC236}">
                <a16:creationId xmlns:a16="http://schemas.microsoft.com/office/drawing/2014/main" id="{ADF963D8-1525-9761-ACF4-829853519808}"/>
              </a:ext>
            </a:extLst>
          </p:cNvPr>
          <p:cNvCxnSpPr/>
          <p:nvPr userDrawn="1"/>
        </p:nvCxnSpPr>
        <p:spPr>
          <a:xfrm>
            <a:off x="716049" y="1219200"/>
            <a:ext cx="9341230" cy="0"/>
          </a:xfrm>
          <a:prstGeom prst="straightConnector1">
            <a:avLst/>
          </a:prstGeom>
          <a:noFill/>
          <a:ln w="28575" cap="flat" cmpd="sng">
            <a:solidFill>
              <a:srgbClr val="EB792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4" name="Google Shape;1129;p112">
            <a:extLst>
              <a:ext uri="{FF2B5EF4-FFF2-40B4-BE49-F238E27FC236}">
                <a16:creationId xmlns:a16="http://schemas.microsoft.com/office/drawing/2014/main" id="{3FE3E466-09D3-191D-EE0B-BC9B83F59BA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7627332" y="7106754"/>
            <a:ext cx="2429947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NL"/>
              <a:t>‹nr.›</a:t>
            </a:fld>
            <a:endParaRPr/>
          </a:p>
        </p:txBody>
      </p:sp>
      <p:pic>
        <p:nvPicPr>
          <p:cNvPr id="19" name="Afbeelding 18" descr="Afbeelding met schermopname, duisternis, ruimte, astronomie&#10;&#10;Automatisch gegenereerde beschrijving">
            <a:extLst>
              <a:ext uri="{FF2B5EF4-FFF2-40B4-BE49-F238E27FC236}">
                <a16:creationId xmlns:a16="http://schemas.microsoft.com/office/drawing/2014/main" id="{E6B79FD4-FE99-A00A-085F-08A9FC25626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-925" t="-436" r="1" b="24189"/>
          <a:stretch/>
        </p:blipFill>
        <p:spPr>
          <a:xfrm>
            <a:off x="8108107" y="6273213"/>
            <a:ext cx="2691656" cy="1394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53982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 tekst pagi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Afbeelding 17">
            <a:extLst>
              <a:ext uri="{FF2B5EF4-FFF2-40B4-BE49-F238E27FC236}">
                <a16:creationId xmlns:a16="http://schemas.microsoft.com/office/drawing/2014/main" id="{D853EDA7-A4E7-D3D5-9D40-5925EE22AF4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27622" y="7037304"/>
            <a:ext cx="357146" cy="316561"/>
          </a:xfrm>
          <a:prstGeom prst="rect">
            <a:avLst/>
          </a:prstGeom>
        </p:spPr>
      </p:pic>
      <p:sp>
        <p:nvSpPr>
          <p:cNvPr id="19" name="Google Shape;1129;p112">
            <a:extLst>
              <a:ext uri="{FF2B5EF4-FFF2-40B4-BE49-F238E27FC236}">
                <a16:creationId xmlns:a16="http://schemas.microsoft.com/office/drawing/2014/main" id="{5C4A530F-7C32-38C6-B473-B3C2B9A176C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7627332" y="7106754"/>
            <a:ext cx="2429947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NL"/>
              <a:t>‹nr.›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448987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 tekst pagina met r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Afbeelding 8">
            <a:extLst>
              <a:ext uri="{FF2B5EF4-FFF2-40B4-BE49-F238E27FC236}">
                <a16:creationId xmlns:a16="http://schemas.microsoft.com/office/drawing/2014/main" id="{406C34CC-2EFE-1D8D-CCF1-5F016A4EECA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27622" y="7037304"/>
            <a:ext cx="357146" cy="316561"/>
          </a:xfrm>
          <a:prstGeom prst="rect">
            <a:avLst/>
          </a:prstGeom>
        </p:spPr>
      </p:pic>
      <p:sp>
        <p:nvSpPr>
          <p:cNvPr id="12" name="Google Shape;1129;p112">
            <a:extLst>
              <a:ext uri="{FF2B5EF4-FFF2-40B4-BE49-F238E27FC236}">
                <a16:creationId xmlns:a16="http://schemas.microsoft.com/office/drawing/2014/main" id="{4687383B-28BE-C3B8-E26E-24A0C2DF901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7627332" y="7106754"/>
            <a:ext cx="2429947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NL"/>
              <a:t>‹nr.›</a:t>
            </a:fld>
            <a:endParaRPr/>
          </a:p>
        </p:txBody>
      </p:sp>
      <p:pic>
        <p:nvPicPr>
          <p:cNvPr id="13" name="Afbeelding 12" descr="Afbeelding met schermopname, duisternis, ruimte, astronomie&#10;&#10;Automatisch gegenereerde beschrijving">
            <a:extLst>
              <a:ext uri="{FF2B5EF4-FFF2-40B4-BE49-F238E27FC236}">
                <a16:creationId xmlns:a16="http://schemas.microsoft.com/office/drawing/2014/main" id="{0C2A3DB9-B355-2044-B703-A90FEBDDAD6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-925" t="-436" r="1" b="24189"/>
          <a:stretch/>
        </p:blipFill>
        <p:spPr>
          <a:xfrm>
            <a:off x="8108107" y="6273213"/>
            <a:ext cx="2691656" cy="1394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401048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1183;p116">
            <a:extLst>
              <a:ext uri="{FF2B5EF4-FFF2-40B4-BE49-F238E27FC236}">
                <a16:creationId xmlns:a16="http://schemas.microsoft.com/office/drawing/2014/main" id="{5C56D1E3-6C9C-79B4-82D0-6ED6AE038C3C}"/>
              </a:ext>
            </a:extLst>
          </p:cNvPr>
          <p:cNvSpPr/>
          <p:nvPr userDrawn="1"/>
        </p:nvSpPr>
        <p:spPr>
          <a:xfrm>
            <a:off x="-2" y="0"/>
            <a:ext cx="10799763" cy="7667625"/>
          </a:xfrm>
          <a:prstGeom prst="rect">
            <a:avLst/>
          </a:prstGeom>
          <a:solidFill>
            <a:srgbClr val="3C39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Tekstvak 7">
            <a:extLst>
              <a:ext uri="{FF2B5EF4-FFF2-40B4-BE49-F238E27FC236}">
                <a16:creationId xmlns:a16="http://schemas.microsoft.com/office/drawing/2014/main" id="{82EB932D-ED20-16C7-191A-FB0C9B9F6B3E}"/>
              </a:ext>
            </a:extLst>
          </p:cNvPr>
          <p:cNvSpPr txBox="1"/>
          <p:nvPr userDrawn="1"/>
        </p:nvSpPr>
        <p:spPr>
          <a:xfrm>
            <a:off x="2549613" y="2042933"/>
            <a:ext cx="5700532" cy="2510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venir"/>
              <a:buNone/>
            </a:pPr>
            <a:r>
              <a:rPr lang="nl-NL" u="none" strike="noStrike" cap="none" dirty="0">
                <a:solidFill>
                  <a:schemeClr val="bg1"/>
                </a:solidFill>
                <a:latin typeface="Avenir Book" panose="02000503020000020003" pitchFamily="2" charset="0"/>
                <a:ea typeface="Avenir"/>
                <a:cs typeface="Avenir"/>
                <a:sym typeface="Avenir"/>
              </a:rPr>
              <a:t>Grote Voort 10       </a:t>
            </a:r>
          </a:p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venir"/>
              <a:buNone/>
            </a:pPr>
            <a:r>
              <a:rPr lang="nl-NL" u="none" strike="noStrike" cap="none" dirty="0">
                <a:solidFill>
                  <a:schemeClr val="bg1"/>
                </a:solidFill>
                <a:latin typeface="Avenir Book" panose="02000503020000020003" pitchFamily="2" charset="0"/>
                <a:ea typeface="Avenir"/>
                <a:cs typeface="Avenir"/>
                <a:sym typeface="Avenir"/>
              </a:rPr>
              <a:t>8041 AM, Zwolle</a:t>
            </a:r>
          </a:p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venir"/>
              <a:buNone/>
            </a:pPr>
            <a:r>
              <a:rPr lang="nl-NL" u="none" strike="noStrike" cap="none" dirty="0">
                <a:solidFill>
                  <a:schemeClr val="bg1"/>
                </a:solidFill>
                <a:latin typeface="Avenir Book" panose="02000503020000020003" pitchFamily="2" charset="0"/>
                <a:ea typeface="Avenir"/>
                <a:cs typeface="Avenir"/>
                <a:sym typeface="Avenir"/>
              </a:rPr>
              <a:t>The Netherlands</a:t>
            </a:r>
          </a:p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venir"/>
              <a:buNone/>
            </a:pPr>
            <a:endParaRPr lang="nl-NL" u="none" strike="noStrike" cap="none" dirty="0">
              <a:solidFill>
                <a:schemeClr val="bg1"/>
              </a:solidFill>
              <a:latin typeface="Avenir Book" panose="02000503020000020003" pitchFamily="2" charset="0"/>
              <a:sym typeface="Avenir"/>
            </a:endParaRPr>
          </a:p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venir"/>
              <a:buNone/>
              <a:tabLst/>
              <a:defRPr/>
            </a:pPr>
            <a:r>
              <a:rPr lang="nl-NL" sz="1400" b="0" i="0" u="none" strike="noStrike" cap="none" dirty="0" err="1">
                <a:solidFill>
                  <a:schemeClr val="bg1"/>
                </a:solidFill>
                <a:latin typeface="Avenir"/>
                <a:ea typeface="Avenir"/>
                <a:cs typeface="Avenir"/>
                <a:sym typeface="Avenir"/>
              </a:rPr>
              <a:t>www.alpharainbow.nl</a:t>
            </a:r>
            <a:endParaRPr lang="nl-NL" sz="1400" b="0" i="0" u="none" strike="noStrike" cap="none" dirty="0">
              <a:solidFill>
                <a:schemeClr val="bg1"/>
              </a:solidFill>
              <a:latin typeface="Avenir"/>
              <a:ea typeface="Avenir"/>
              <a:cs typeface="Avenir"/>
              <a:sym typeface="Avenir"/>
            </a:endParaRPr>
          </a:p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venir"/>
              <a:buNone/>
              <a:tabLst/>
              <a:defRPr/>
            </a:pPr>
            <a:r>
              <a:rPr lang="nl-NL" sz="1400" b="0" i="0" u="none" strike="noStrike" cap="none" dirty="0">
                <a:solidFill>
                  <a:schemeClr val="bg1"/>
                </a:solidFill>
                <a:latin typeface="Avenir"/>
                <a:ea typeface="Avenir"/>
                <a:cs typeface="Avenir"/>
                <a:sym typeface="Avenir"/>
              </a:rPr>
              <a:t>+31 (0)6 51119394</a:t>
            </a:r>
          </a:p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venir"/>
              <a:buNone/>
              <a:tabLst/>
              <a:defRPr/>
            </a:pPr>
            <a:r>
              <a:rPr lang="nl-NL" sz="1400" b="0" i="0" u="none" strike="noStrike" cap="none" dirty="0" err="1">
                <a:solidFill>
                  <a:schemeClr val="bg1"/>
                </a:solidFill>
                <a:latin typeface="Avenir"/>
                <a:ea typeface="Avenir"/>
                <a:cs typeface="Avenir"/>
                <a:sym typeface="Avenir"/>
              </a:rPr>
              <a:t>info@alpharainbow.nl</a:t>
            </a:r>
            <a:endParaRPr lang="nl-NL" sz="1400" b="0" i="0" u="none" strike="noStrike" cap="none" dirty="0">
              <a:solidFill>
                <a:schemeClr val="bg1"/>
              </a:solidFill>
              <a:latin typeface="Avenir"/>
              <a:ea typeface="Avenir"/>
              <a:cs typeface="Avenir"/>
              <a:sym typeface="Avenir"/>
            </a:endParaRPr>
          </a:p>
          <a:p>
            <a:pPr marL="0" marR="0" lvl="0" indent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venir"/>
              <a:buNone/>
            </a:pPr>
            <a:endParaRPr lang="nl-NL" dirty="0"/>
          </a:p>
        </p:txBody>
      </p:sp>
      <p:pic>
        <p:nvPicPr>
          <p:cNvPr id="13" name="Afbeelding 12">
            <a:extLst>
              <a:ext uri="{FF2B5EF4-FFF2-40B4-BE49-F238E27FC236}">
                <a16:creationId xmlns:a16="http://schemas.microsoft.com/office/drawing/2014/main" id="{B979B350-BD78-9DEA-8832-FCA2386F2F6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8358" t="19457"/>
          <a:stretch/>
        </p:blipFill>
        <p:spPr>
          <a:xfrm>
            <a:off x="0" y="0"/>
            <a:ext cx="2153123" cy="1483194"/>
          </a:xfrm>
          <a:prstGeom prst="rect">
            <a:avLst/>
          </a:prstGeom>
        </p:spPr>
      </p:pic>
      <p:pic>
        <p:nvPicPr>
          <p:cNvPr id="14" name="Afbeelding 13">
            <a:extLst>
              <a:ext uri="{FF2B5EF4-FFF2-40B4-BE49-F238E27FC236}">
                <a16:creationId xmlns:a16="http://schemas.microsoft.com/office/drawing/2014/main" id="{E18D101D-606B-D241-9A79-55336F9106B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4704"/>
          <a:stretch/>
        </p:blipFill>
        <p:spPr>
          <a:xfrm>
            <a:off x="-122387" y="3658221"/>
            <a:ext cx="3074071" cy="3060700"/>
          </a:xfrm>
          <a:prstGeom prst="rect">
            <a:avLst/>
          </a:prstGeom>
        </p:spPr>
      </p:pic>
      <p:pic>
        <p:nvPicPr>
          <p:cNvPr id="16" name="Afbeelding 15">
            <a:extLst>
              <a:ext uri="{FF2B5EF4-FFF2-40B4-BE49-F238E27FC236}">
                <a16:creationId xmlns:a16="http://schemas.microsoft.com/office/drawing/2014/main" id="{D0D4DF0F-E2E2-AC16-087D-F02FEB170B0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t="4732" r="16526"/>
          <a:stretch/>
        </p:blipFill>
        <p:spPr>
          <a:xfrm>
            <a:off x="6824312" y="0"/>
            <a:ext cx="3975448" cy="6521353"/>
          </a:xfrm>
          <a:prstGeom prst="rect">
            <a:avLst/>
          </a:prstGeom>
        </p:spPr>
      </p:pic>
      <p:pic>
        <p:nvPicPr>
          <p:cNvPr id="12" name="Afbeelding 11" descr="Afbeelding met wit, zwart, bril, zwart-wit&#10;&#10;Automatisch gegenereerde beschrijving">
            <a:extLst>
              <a:ext uri="{FF2B5EF4-FFF2-40B4-BE49-F238E27FC236}">
                <a16:creationId xmlns:a16="http://schemas.microsoft.com/office/drawing/2014/main" id="{4C418840-77EE-5EDF-E20C-762149B6477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/>
          <a:srcRect r="10370"/>
          <a:stretch/>
        </p:blipFill>
        <p:spPr>
          <a:xfrm flipH="1">
            <a:off x="-5" y="6197405"/>
            <a:ext cx="10799768" cy="1470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17408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42484" y="408232"/>
            <a:ext cx="9314796" cy="14820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2484" y="2041150"/>
            <a:ext cx="9314796" cy="48650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2484" y="7106754"/>
            <a:ext cx="2429947" cy="4082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4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A84005-1036-294C-BEFB-BC4118D190F1}" type="datetimeFigureOut">
              <a:rPr lang="nl-NL" smtClean="0"/>
              <a:t>21-3-2025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77422" y="7106754"/>
            <a:ext cx="3644920" cy="4082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4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7332" y="7106754"/>
            <a:ext cx="2429947" cy="4082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4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DCE6ED-1243-9B4D-AE75-3F9D6737CADD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8694139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82" r:id="rId3"/>
    <p:sldLayoutId id="2147483683" r:id="rId4"/>
    <p:sldLayoutId id="2147483678" r:id="rId5"/>
    <p:sldLayoutId id="2147483684" r:id="rId6"/>
    <p:sldLayoutId id="2147483685" r:id="rId7"/>
    <p:sldLayoutId id="2147483686" r:id="rId8"/>
    <p:sldLayoutId id="2147483673" r:id="rId9"/>
    <p:sldLayoutId id="2147483687" r:id="rId10"/>
    <p:sldLayoutId id="2147483688" r:id="rId11"/>
    <p:sldLayoutId id="2147483689" r:id="rId12"/>
    <p:sldLayoutId id="2147483690" r:id="rId13"/>
    <p:sldLayoutId id="2147483665" r:id="rId14"/>
    <p:sldLayoutId id="2147483672" r:id="rId15"/>
    <p:sldLayoutId id="2147483666" r:id="rId16"/>
    <p:sldLayoutId id="2147483667" r:id="rId17"/>
    <p:sldLayoutId id="2147483671" r:id="rId18"/>
  </p:sldLayoutIdLst>
  <p:txStyles>
    <p:titleStyle>
      <a:lvl1pPr algn="l" defTabSz="1022391" rtl="0" eaLnBrk="1" latinLnBrk="0" hangingPunct="1">
        <a:lnSpc>
          <a:spcPct val="90000"/>
        </a:lnSpc>
        <a:spcBef>
          <a:spcPct val="0"/>
        </a:spcBef>
        <a:buNone/>
        <a:defRPr sz="49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5598" indent="-255598" algn="l" defTabSz="1022391" rtl="0" eaLnBrk="1" latinLnBrk="0" hangingPunct="1">
        <a:lnSpc>
          <a:spcPct val="90000"/>
        </a:lnSpc>
        <a:spcBef>
          <a:spcPts val="1118"/>
        </a:spcBef>
        <a:buFont typeface="Arial" panose="020B0604020202020204" pitchFamily="34" charset="0"/>
        <a:buChar char="•"/>
        <a:defRPr sz="3131" kern="1200">
          <a:solidFill>
            <a:schemeClr val="tx1"/>
          </a:solidFill>
          <a:latin typeface="+mn-lt"/>
          <a:ea typeface="+mn-ea"/>
          <a:cs typeface="+mn-cs"/>
        </a:defRPr>
      </a:lvl1pPr>
      <a:lvl2pPr marL="766793" indent="-255598" algn="l" defTabSz="1022391" rtl="0" eaLnBrk="1" latinLnBrk="0" hangingPunct="1">
        <a:lnSpc>
          <a:spcPct val="90000"/>
        </a:lnSpc>
        <a:spcBef>
          <a:spcPts val="559"/>
        </a:spcBef>
        <a:buFont typeface="Arial" panose="020B0604020202020204" pitchFamily="34" charset="0"/>
        <a:buChar char="•"/>
        <a:defRPr sz="2683" kern="1200">
          <a:solidFill>
            <a:schemeClr val="tx1"/>
          </a:solidFill>
          <a:latin typeface="+mn-lt"/>
          <a:ea typeface="+mn-ea"/>
          <a:cs typeface="+mn-cs"/>
        </a:defRPr>
      </a:lvl2pPr>
      <a:lvl3pPr marL="1277988" indent="-255598" algn="l" defTabSz="1022391" rtl="0" eaLnBrk="1" latinLnBrk="0" hangingPunct="1">
        <a:lnSpc>
          <a:spcPct val="90000"/>
        </a:lnSpc>
        <a:spcBef>
          <a:spcPts val="559"/>
        </a:spcBef>
        <a:buFont typeface="Arial" panose="020B0604020202020204" pitchFamily="34" charset="0"/>
        <a:buChar char="•"/>
        <a:defRPr sz="2236" kern="1200">
          <a:solidFill>
            <a:schemeClr val="tx1"/>
          </a:solidFill>
          <a:latin typeface="+mn-lt"/>
          <a:ea typeface="+mn-ea"/>
          <a:cs typeface="+mn-cs"/>
        </a:defRPr>
      </a:lvl3pPr>
      <a:lvl4pPr marL="1789184" indent="-255598" algn="l" defTabSz="1022391" rtl="0" eaLnBrk="1" latinLnBrk="0" hangingPunct="1">
        <a:lnSpc>
          <a:spcPct val="90000"/>
        </a:lnSpc>
        <a:spcBef>
          <a:spcPts val="559"/>
        </a:spcBef>
        <a:buFont typeface="Arial" panose="020B0604020202020204" pitchFamily="34" charset="0"/>
        <a:buChar char="•"/>
        <a:defRPr sz="2013" kern="1200">
          <a:solidFill>
            <a:schemeClr val="tx1"/>
          </a:solidFill>
          <a:latin typeface="+mn-lt"/>
          <a:ea typeface="+mn-ea"/>
          <a:cs typeface="+mn-cs"/>
        </a:defRPr>
      </a:lvl4pPr>
      <a:lvl5pPr marL="2300379" indent="-255598" algn="l" defTabSz="1022391" rtl="0" eaLnBrk="1" latinLnBrk="0" hangingPunct="1">
        <a:lnSpc>
          <a:spcPct val="90000"/>
        </a:lnSpc>
        <a:spcBef>
          <a:spcPts val="559"/>
        </a:spcBef>
        <a:buFont typeface="Arial" panose="020B0604020202020204" pitchFamily="34" charset="0"/>
        <a:buChar char="•"/>
        <a:defRPr sz="2013" kern="1200">
          <a:solidFill>
            <a:schemeClr val="tx1"/>
          </a:solidFill>
          <a:latin typeface="+mn-lt"/>
          <a:ea typeface="+mn-ea"/>
          <a:cs typeface="+mn-cs"/>
        </a:defRPr>
      </a:lvl5pPr>
      <a:lvl6pPr marL="2811574" indent="-255598" algn="l" defTabSz="1022391" rtl="0" eaLnBrk="1" latinLnBrk="0" hangingPunct="1">
        <a:lnSpc>
          <a:spcPct val="90000"/>
        </a:lnSpc>
        <a:spcBef>
          <a:spcPts val="559"/>
        </a:spcBef>
        <a:buFont typeface="Arial" panose="020B0604020202020204" pitchFamily="34" charset="0"/>
        <a:buChar char="•"/>
        <a:defRPr sz="2013" kern="1200">
          <a:solidFill>
            <a:schemeClr val="tx1"/>
          </a:solidFill>
          <a:latin typeface="+mn-lt"/>
          <a:ea typeface="+mn-ea"/>
          <a:cs typeface="+mn-cs"/>
        </a:defRPr>
      </a:lvl6pPr>
      <a:lvl7pPr marL="3322770" indent="-255598" algn="l" defTabSz="1022391" rtl="0" eaLnBrk="1" latinLnBrk="0" hangingPunct="1">
        <a:lnSpc>
          <a:spcPct val="90000"/>
        </a:lnSpc>
        <a:spcBef>
          <a:spcPts val="559"/>
        </a:spcBef>
        <a:buFont typeface="Arial" panose="020B0604020202020204" pitchFamily="34" charset="0"/>
        <a:buChar char="•"/>
        <a:defRPr sz="2013" kern="1200">
          <a:solidFill>
            <a:schemeClr val="tx1"/>
          </a:solidFill>
          <a:latin typeface="+mn-lt"/>
          <a:ea typeface="+mn-ea"/>
          <a:cs typeface="+mn-cs"/>
        </a:defRPr>
      </a:lvl7pPr>
      <a:lvl8pPr marL="3833965" indent="-255598" algn="l" defTabSz="1022391" rtl="0" eaLnBrk="1" latinLnBrk="0" hangingPunct="1">
        <a:lnSpc>
          <a:spcPct val="90000"/>
        </a:lnSpc>
        <a:spcBef>
          <a:spcPts val="559"/>
        </a:spcBef>
        <a:buFont typeface="Arial" panose="020B0604020202020204" pitchFamily="34" charset="0"/>
        <a:buChar char="•"/>
        <a:defRPr sz="2013" kern="1200">
          <a:solidFill>
            <a:schemeClr val="tx1"/>
          </a:solidFill>
          <a:latin typeface="+mn-lt"/>
          <a:ea typeface="+mn-ea"/>
          <a:cs typeface="+mn-cs"/>
        </a:defRPr>
      </a:lvl8pPr>
      <a:lvl9pPr marL="4345160" indent="-255598" algn="l" defTabSz="1022391" rtl="0" eaLnBrk="1" latinLnBrk="0" hangingPunct="1">
        <a:lnSpc>
          <a:spcPct val="90000"/>
        </a:lnSpc>
        <a:spcBef>
          <a:spcPts val="559"/>
        </a:spcBef>
        <a:buFont typeface="Arial" panose="020B0604020202020204" pitchFamily="34" charset="0"/>
        <a:buChar char="•"/>
        <a:defRPr sz="2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22391" rtl="0" eaLnBrk="1" latinLnBrk="0" hangingPunct="1">
        <a:defRPr sz="2013" kern="1200">
          <a:solidFill>
            <a:schemeClr val="tx1"/>
          </a:solidFill>
          <a:latin typeface="+mn-lt"/>
          <a:ea typeface="+mn-ea"/>
          <a:cs typeface="+mn-cs"/>
        </a:defRPr>
      </a:lvl1pPr>
      <a:lvl2pPr marL="511195" algn="l" defTabSz="1022391" rtl="0" eaLnBrk="1" latinLnBrk="0" hangingPunct="1">
        <a:defRPr sz="2013" kern="1200">
          <a:solidFill>
            <a:schemeClr val="tx1"/>
          </a:solidFill>
          <a:latin typeface="+mn-lt"/>
          <a:ea typeface="+mn-ea"/>
          <a:cs typeface="+mn-cs"/>
        </a:defRPr>
      </a:lvl2pPr>
      <a:lvl3pPr marL="1022391" algn="l" defTabSz="1022391" rtl="0" eaLnBrk="1" latinLnBrk="0" hangingPunct="1">
        <a:defRPr sz="2013" kern="1200">
          <a:solidFill>
            <a:schemeClr val="tx1"/>
          </a:solidFill>
          <a:latin typeface="+mn-lt"/>
          <a:ea typeface="+mn-ea"/>
          <a:cs typeface="+mn-cs"/>
        </a:defRPr>
      </a:lvl3pPr>
      <a:lvl4pPr marL="1533586" algn="l" defTabSz="1022391" rtl="0" eaLnBrk="1" latinLnBrk="0" hangingPunct="1">
        <a:defRPr sz="2013" kern="1200">
          <a:solidFill>
            <a:schemeClr val="tx1"/>
          </a:solidFill>
          <a:latin typeface="+mn-lt"/>
          <a:ea typeface="+mn-ea"/>
          <a:cs typeface="+mn-cs"/>
        </a:defRPr>
      </a:lvl4pPr>
      <a:lvl5pPr marL="2044781" algn="l" defTabSz="1022391" rtl="0" eaLnBrk="1" latinLnBrk="0" hangingPunct="1">
        <a:defRPr sz="2013" kern="1200">
          <a:solidFill>
            <a:schemeClr val="tx1"/>
          </a:solidFill>
          <a:latin typeface="+mn-lt"/>
          <a:ea typeface="+mn-ea"/>
          <a:cs typeface="+mn-cs"/>
        </a:defRPr>
      </a:lvl5pPr>
      <a:lvl6pPr marL="2555977" algn="l" defTabSz="1022391" rtl="0" eaLnBrk="1" latinLnBrk="0" hangingPunct="1">
        <a:defRPr sz="2013" kern="1200">
          <a:solidFill>
            <a:schemeClr val="tx1"/>
          </a:solidFill>
          <a:latin typeface="+mn-lt"/>
          <a:ea typeface="+mn-ea"/>
          <a:cs typeface="+mn-cs"/>
        </a:defRPr>
      </a:lvl6pPr>
      <a:lvl7pPr marL="3067172" algn="l" defTabSz="1022391" rtl="0" eaLnBrk="1" latinLnBrk="0" hangingPunct="1">
        <a:defRPr sz="2013" kern="1200">
          <a:solidFill>
            <a:schemeClr val="tx1"/>
          </a:solidFill>
          <a:latin typeface="+mn-lt"/>
          <a:ea typeface="+mn-ea"/>
          <a:cs typeface="+mn-cs"/>
        </a:defRPr>
      </a:lvl7pPr>
      <a:lvl8pPr marL="3578367" algn="l" defTabSz="1022391" rtl="0" eaLnBrk="1" latinLnBrk="0" hangingPunct="1">
        <a:defRPr sz="2013" kern="1200">
          <a:solidFill>
            <a:schemeClr val="tx1"/>
          </a:solidFill>
          <a:latin typeface="+mn-lt"/>
          <a:ea typeface="+mn-ea"/>
          <a:cs typeface="+mn-cs"/>
        </a:defRPr>
      </a:lvl8pPr>
      <a:lvl9pPr marL="4089563" algn="l" defTabSz="1022391" rtl="0" eaLnBrk="1" latinLnBrk="0" hangingPunct="1">
        <a:defRPr sz="2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16999237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Kantoorthema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Kantoorthema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Kantoorthem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435</TotalTime>
  <Words>0</Words>
  <Application>Microsoft Office PowerPoint</Application>
  <PresentationFormat>Aangepast</PresentationFormat>
  <Paragraphs>0</Paragraphs>
  <Slides>1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7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</vt:i4>
      </vt:variant>
    </vt:vector>
  </HeadingPairs>
  <TitlesOfParts>
    <vt:vector size="9" baseType="lpstr">
      <vt:lpstr>Aptos</vt:lpstr>
      <vt:lpstr>Aptos Display</vt:lpstr>
      <vt:lpstr>Arial</vt:lpstr>
      <vt:lpstr>Avenir</vt:lpstr>
      <vt:lpstr>Avenir Book</vt:lpstr>
      <vt:lpstr>Avenir Medium</vt:lpstr>
      <vt:lpstr>Calibri</vt:lpstr>
      <vt:lpstr>Kantoorthema</vt:lpstr>
      <vt:lpstr>PowerPoint-presentatie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Jari Venekamp (student)</dc:creator>
  <cp:lastModifiedBy>Marco Strijker</cp:lastModifiedBy>
  <cp:revision>7</cp:revision>
  <dcterms:created xsi:type="dcterms:W3CDTF">2024-07-09T07:58:04Z</dcterms:created>
  <dcterms:modified xsi:type="dcterms:W3CDTF">2025-03-21T11:29:11Z</dcterms:modified>
</cp:coreProperties>
</file>