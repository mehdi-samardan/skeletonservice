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0799763" cy="76676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iu4zi8monFm8P8qm9RZcIGLnBC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364C"/>
    <a:srgbClr val="3F5573"/>
    <a:srgbClr val="2C354E"/>
    <a:srgbClr val="4247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2DFCB8-AEB9-4C52-BBAB-5A2C2984F3B9}">
  <a:tblStyle styleId="{A82DFCB8-AEB9-4C52-BBAB-5A2C2984F3B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88"/>
    <p:restoredTop sz="94721"/>
  </p:normalViewPr>
  <p:slideViewPr>
    <p:cSldViewPr snapToGrid="0">
      <p:cViewPr varScale="1">
        <p:scale>
          <a:sx n="103" d="100"/>
          <a:sy n="103" d="100"/>
        </p:scale>
        <p:origin x="129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tableStyles" Target="tableStyles.xml"/><Relationship Id="rId36" Type="http://schemas.openxmlformats.org/officeDocument/2006/relationships/theme" Target="theme/theme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nl-N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1143000"/>
            <a:ext cx="43465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nhoud van twee">
  <p:cSld name="3_Inhoud van twee 3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7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97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97"/>
          <p:cNvSpPr txBox="1">
            <a:spLocks noGrp="1"/>
          </p:cNvSpPr>
          <p:nvPr>
            <p:ph type="body" idx="1"/>
          </p:nvPr>
        </p:nvSpPr>
        <p:spPr>
          <a:xfrm>
            <a:off x="716051" y="1219781"/>
            <a:ext cx="8288993" cy="5048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52" b="0" i="0">
                <a:latin typeface="Avenir"/>
                <a:ea typeface="Avenir"/>
                <a:cs typeface="Avenir"/>
                <a:sym typeface="Avenir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97"/>
          <p:cNvSpPr txBox="1">
            <a:spLocks noGrp="1"/>
          </p:cNvSpPr>
          <p:nvPr>
            <p:ph type="title"/>
          </p:nvPr>
        </p:nvSpPr>
        <p:spPr>
          <a:xfrm>
            <a:off x="716052" y="364534"/>
            <a:ext cx="82889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7858"/>
              </a:buClr>
              <a:buSzPts val="1600"/>
              <a:buFont typeface="Avenir"/>
              <a:buNone/>
              <a:defRPr sz="1431" b="0" i="0">
                <a:solidFill>
                  <a:srgbClr val="E0785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97"/>
          <p:cNvSpPr txBox="1">
            <a:spLocks noGrp="1"/>
          </p:cNvSpPr>
          <p:nvPr>
            <p:ph type="body" idx="2"/>
          </p:nvPr>
        </p:nvSpPr>
        <p:spPr>
          <a:xfrm>
            <a:off x="716052" y="645450"/>
            <a:ext cx="8288992" cy="343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2000"/>
              <a:buNone/>
              <a:defRPr sz="1789" b="1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97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eldia">
  <p:cSld name="7_Titeldia 2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03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103" descr="Afbeelding met zitten, hangen, tafel, klok&#10;&#10;Automatisch gegenereerde beschrijving"/>
          <p:cNvPicPr preferRelativeResize="0"/>
          <p:nvPr/>
        </p:nvPicPr>
        <p:blipFill rotWithShape="1">
          <a:blip r:embed="rId2">
            <a:alphaModFix/>
          </a:blip>
          <a:srcRect l="27779" r="17554"/>
          <a:stretch/>
        </p:blipFill>
        <p:spPr>
          <a:xfrm>
            <a:off x="4895986" y="-3390"/>
            <a:ext cx="5903777" cy="7671014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103"/>
          <p:cNvSpPr/>
          <p:nvPr/>
        </p:nvSpPr>
        <p:spPr>
          <a:xfrm>
            <a:off x="4647677" y="1007565"/>
            <a:ext cx="921639" cy="993821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2" name="Google Shape;742;p103"/>
          <p:cNvPicPr preferRelativeResize="0"/>
          <p:nvPr/>
        </p:nvPicPr>
        <p:blipFill rotWithShape="1">
          <a:blip r:embed="rId3">
            <a:alphaModFix/>
          </a:blip>
          <a:srcRect r="24458"/>
          <a:stretch/>
        </p:blipFill>
        <p:spPr>
          <a:xfrm>
            <a:off x="585398" y="4716890"/>
            <a:ext cx="2350308" cy="108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Titel en object">
  <p:cSld name="17_Titel en object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4"/>
          <p:cNvSpPr txBox="1">
            <a:spLocks noGrp="1"/>
          </p:cNvSpPr>
          <p:nvPr>
            <p:ph type="dt" idx="10"/>
          </p:nvPr>
        </p:nvSpPr>
        <p:spPr>
          <a:xfrm>
            <a:off x="1664555" y="7106754"/>
            <a:ext cx="1507876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5" name="Google Shape;745;p104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6" name="Google Shape;746;p104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  <p:pic>
        <p:nvPicPr>
          <p:cNvPr id="747" name="Google Shape;747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2330" y="6872710"/>
            <a:ext cx="639665" cy="468087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104"/>
          <p:cNvSpPr txBox="1">
            <a:spLocks noGrp="1"/>
          </p:cNvSpPr>
          <p:nvPr>
            <p:ph type="body" idx="1"/>
          </p:nvPr>
        </p:nvSpPr>
        <p:spPr>
          <a:xfrm>
            <a:off x="3882600" y="94796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49" name="Google Shape;749;p104"/>
          <p:cNvSpPr txBox="1">
            <a:spLocks noGrp="1"/>
          </p:cNvSpPr>
          <p:nvPr>
            <p:ph type="body" idx="2"/>
          </p:nvPr>
        </p:nvSpPr>
        <p:spPr>
          <a:xfrm>
            <a:off x="3882600" y="2195375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0" name="Google Shape;750;p104"/>
          <p:cNvSpPr txBox="1">
            <a:spLocks noGrp="1"/>
          </p:cNvSpPr>
          <p:nvPr>
            <p:ph type="body" idx="3"/>
          </p:nvPr>
        </p:nvSpPr>
        <p:spPr>
          <a:xfrm>
            <a:off x="3882600" y="3562257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1" name="Google Shape;751;p104"/>
          <p:cNvSpPr txBox="1">
            <a:spLocks noGrp="1"/>
          </p:cNvSpPr>
          <p:nvPr>
            <p:ph type="body" idx="4"/>
          </p:nvPr>
        </p:nvSpPr>
        <p:spPr>
          <a:xfrm>
            <a:off x="3882600" y="4891312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  <p:sp>
        <p:nvSpPr>
          <p:cNvPr id="752" name="Google Shape;752;p104"/>
          <p:cNvSpPr txBox="1">
            <a:spLocks noGrp="1"/>
          </p:cNvSpPr>
          <p:nvPr>
            <p:ph type="body" idx="5"/>
          </p:nvPr>
        </p:nvSpPr>
        <p:spPr>
          <a:xfrm>
            <a:off x="3882600" y="6283903"/>
            <a:ext cx="5549652" cy="5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SzPts val="3131"/>
              <a:buNone/>
              <a:defRPr sz="2000" b="0" i="0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lvl="1" indent="-398970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683"/>
              <a:buChar char="•"/>
              <a:defRPr/>
            </a:lvl2pPr>
            <a:lvl3pPr marL="1371600" lvl="2" indent="-370586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236"/>
              <a:buChar char="•"/>
              <a:defRPr/>
            </a:lvl3pPr>
            <a:lvl4pPr marL="1828800" lvl="3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4pPr>
            <a:lvl5pPr marL="2286000" lvl="4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5pPr>
            <a:lvl6pPr marL="2743200" lvl="5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6pPr>
            <a:lvl7pPr marL="3200400" lvl="6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7pPr>
            <a:lvl8pPr marL="3657600" lvl="7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8pPr>
            <a:lvl9pPr marL="4114800" lvl="8" indent="-356425" algn="l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SzPts val="2013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ekop">
  <p:cSld name="2_Sectiekop"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105"/>
          <p:cNvSpPr/>
          <p:nvPr/>
        </p:nvSpPr>
        <p:spPr>
          <a:xfrm>
            <a:off x="-1" y="-1"/>
            <a:ext cx="10799763" cy="7667625"/>
          </a:xfrm>
          <a:prstGeom prst="rect">
            <a:avLst/>
          </a:prstGeom>
          <a:solidFill>
            <a:srgbClr val="3C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5" name="Google Shape;7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" y="22904"/>
            <a:ext cx="10772030" cy="7612063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105"/>
          <p:cNvSpPr/>
          <p:nvPr/>
        </p:nvSpPr>
        <p:spPr>
          <a:xfrm>
            <a:off x="4033157" y="2219980"/>
            <a:ext cx="1812472" cy="2172405"/>
          </a:xfrm>
          <a:prstGeom prst="rect">
            <a:avLst/>
          </a:prstGeom>
          <a:solidFill>
            <a:srgbClr val="3B39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05"/>
          <p:cNvSpPr txBox="1"/>
          <p:nvPr/>
        </p:nvSpPr>
        <p:spPr>
          <a:xfrm>
            <a:off x="2642992" y="2685307"/>
            <a:ext cx="5043902" cy="1436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venir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742484" y="408232"/>
            <a:ext cx="9314796" cy="1482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20"/>
              <a:buFont typeface="Calibri"/>
              <a:buNone/>
              <a:defRPr sz="49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742484" y="2041150"/>
            <a:ext cx="9314796" cy="486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27418" algn="l" rtl="0">
              <a:lnSpc>
                <a:spcPct val="90000"/>
              </a:lnSpc>
              <a:spcBef>
                <a:spcPts val="1118"/>
              </a:spcBef>
              <a:spcAft>
                <a:spcPts val="0"/>
              </a:spcAft>
              <a:buClr>
                <a:schemeClr val="dk1"/>
              </a:buClr>
              <a:buSzPts val="3131"/>
              <a:buFont typeface="Arial"/>
              <a:buChar char="•"/>
              <a:defRPr sz="31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98970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683"/>
              <a:buFont typeface="Arial"/>
              <a:buChar char="•"/>
              <a:defRPr sz="26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0586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236"/>
              <a:buFont typeface="Arial"/>
              <a:buChar char="•"/>
              <a:defRPr sz="22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6425" algn="l" rtl="0">
              <a:lnSpc>
                <a:spcPct val="90000"/>
              </a:lnSpc>
              <a:spcBef>
                <a:spcPts val="559"/>
              </a:spcBef>
              <a:spcAft>
                <a:spcPts val="0"/>
              </a:spcAft>
              <a:buClr>
                <a:schemeClr val="dk1"/>
              </a:buClr>
              <a:buSzPts val="2013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742484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577422" y="7106754"/>
            <a:ext cx="3644920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7627332" y="7106754"/>
            <a:ext cx="2429947" cy="408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2"/>
              <a:buFont typeface="Arial"/>
              <a:buNone/>
              <a:defRPr sz="134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-NL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62" r:id="rId2"/>
    <p:sldLayoutId id="2147483663" r:id="rId3"/>
    <p:sldLayoutId id="2147483664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6;p13">
            <a:extLst>
              <a:ext uri="{FF2B5EF4-FFF2-40B4-BE49-F238E27FC236}">
                <a16:creationId xmlns:a16="http://schemas.microsoft.com/office/drawing/2014/main" id="{D36E5363-D457-2099-6198-0D92237CF9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8758" y="492857"/>
            <a:ext cx="5556587" cy="3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ctr" anchorCtr="0">
            <a:noAutofit/>
          </a:bodyPr>
          <a:lstStyle/>
          <a:p>
            <a:r>
              <a:rPr lang="en-GB" sz="1300" spc="292" dirty="0">
                <a:solidFill>
                  <a:srgbClr val="EE7444"/>
                </a:solidFill>
                <a:latin typeface="Avenir Book" panose="02000503020000020003" pitchFamily="2" charset="0"/>
              </a:rPr>
              <a:t>One thing to change – Quotes</a:t>
            </a:r>
          </a:p>
        </p:txBody>
      </p:sp>
      <p:sp>
        <p:nvSpPr>
          <p:cNvPr id="6" name="Google Shape;1287;p13">
            <a:extLst>
              <a:ext uri="{FF2B5EF4-FFF2-40B4-BE49-F238E27FC236}">
                <a16:creationId xmlns:a16="http://schemas.microsoft.com/office/drawing/2014/main" id="{7C46DEC0-E20D-CE14-AE5E-8EF6919CF947}"/>
              </a:ext>
            </a:extLst>
          </p:cNvPr>
          <p:cNvSpPr txBox="1">
            <a:spLocks/>
          </p:cNvSpPr>
          <p:nvPr/>
        </p:nvSpPr>
        <p:spPr>
          <a:xfrm>
            <a:off x="658758" y="799118"/>
            <a:ext cx="7450869" cy="58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8288" marR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nl-NL" sz="1800" b="1" i="0">
                <a:solidFill>
                  <a:srgbClr val="2C354E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PHtitle</a:t>
            </a:r>
            <a:endParaRPr lang="nl-NL" sz="2400" dirty="0">
              <a:effectLst/>
            </a:endParaRPr>
          </a:p>
        </p:txBody>
      </p:sp>
      <p:sp>
        <p:nvSpPr>
          <p:cNvPr id="8" name="Google Shape;1285;p13">
            <a:extLst>
              <a:ext uri="{FF2B5EF4-FFF2-40B4-BE49-F238E27FC236}">
                <a16:creationId xmlns:a16="http://schemas.microsoft.com/office/drawing/2014/main" id="{FDAD0310-32D9-69F0-E940-E64521772B13}"/>
              </a:ext>
            </a:extLst>
          </p:cNvPr>
          <p:cNvSpPr txBox="1">
            <a:spLocks/>
          </p:cNvSpPr>
          <p:nvPr/>
        </p:nvSpPr>
        <p:spPr>
          <a:xfrm>
            <a:off x="658758" y="1388252"/>
            <a:ext cx="9133828" cy="5480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49" tIns="44563" rIns="89149" bIns="44563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42475B"/>
              </a:buClr>
              <a:buSzPts val="1400"/>
              <a:buFont typeface="Arial"/>
              <a:buNone/>
              <a:defRPr sz="1252" b="0" i="0" u="none" strike="noStrike" cap="none">
                <a:solidFill>
                  <a:srgbClr val="42475B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52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1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indent="0" algn="l" rtl="0">
              <a:spcBef>
                <a:spcPts val="5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92D05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Promoters</a:t>
            </a:r>
            <a:endParaRPr lang="nl-NL" sz="1400" b="0" i="0" dirty="0">
              <a:solidFill>
                <a:srgbClr val="92D05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latin typeface="Avenir Book" panose="02000503020000020003" pitchFamily="2" charset="0"/>
            </a:endParaRPr>
          </a:p>
          <a:p>
            <a:pPr marL="285750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 dirty="0" err="1">
                <a:solidFill>
                  <a:srgbClr val="FFC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Passives</a:t>
            </a:r>
            <a:endParaRPr lang="nl-NL" sz="1400" b="0" i="0" dirty="0">
              <a:solidFill>
                <a:srgbClr val="FFC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  <a:endParaRPr lang="nl-NL" sz="1400" dirty="0">
              <a:solidFill>
                <a:srgbClr val="39364C"/>
              </a:solidFill>
              <a:effectLst/>
              <a:latin typeface="Avenir Book" panose="02000503020000020003" pitchFamily="2" charset="0"/>
            </a:endParaRPr>
          </a:p>
          <a:p>
            <a:pPr marL="9144" marR="0" indent="0" algn="l" rtl="0">
              <a:spcBef>
                <a:spcPts val="600"/>
              </a:spcBef>
              <a:spcAft>
                <a:spcPts val="0"/>
              </a:spcAft>
            </a:pPr>
            <a:r>
              <a:rPr lang="nl-NL" sz="1400" b="0" i="0">
                <a:solidFill>
                  <a:srgbClr val="FF0000"/>
                </a:solidFill>
                <a:effectLst/>
                <a:latin typeface="Avenir Book" panose="02000503020000020003" pitchFamily="2" charset="0"/>
                <a:ea typeface="Avenir" panose="020B0503020203020204" pitchFamily="34" charset="0"/>
                <a:cs typeface="Avenir" panose="020B0503020203020204" pitchFamily="34" charset="0"/>
              </a:rPr>
              <a:t>Detractors</a:t>
            </a:r>
            <a:endParaRPr lang="nl-NL" sz="1400" b="0" i="0" dirty="0">
              <a:solidFill>
                <a:srgbClr val="FF0000"/>
              </a:solidFill>
              <a:effectLst/>
              <a:latin typeface="Avenir Book" panose="02000503020000020003" pitchFamily="2" charset="0"/>
              <a:ea typeface="Avenir" panose="020B0503020203020204" pitchFamily="34" charset="0"/>
              <a:cs typeface="Avenir" panose="020B0503020203020204" pitchFamily="34" charset="0"/>
            </a:endParaRP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effectLst/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  <a:p>
            <a:pPr marL="294894" marR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EE7444"/>
              </a:buClr>
              <a:buFont typeface="Arial" panose="020B0604020202020204" pitchFamily="34" charset="0"/>
              <a:buChar char="•"/>
            </a:pPr>
            <a:r>
              <a:rPr lang="nl-NL" sz="1400" dirty="0">
                <a:solidFill>
                  <a:srgbClr val="39364C"/>
                </a:solidFill>
                <a:latin typeface="Avenir Book" panose="02000503020000020003" pitchFamily="2" charset="0"/>
              </a:rPr>
              <a:t> </a:t>
            </a:r>
          </a:p>
        </p:txBody>
      </p:sp>
      <p:sp>
        <p:nvSpPr>
          <p:cNvPr id="2" name="Tijdelijke aanduiding voor dianummer 2">
            <a:extLst>
              <a:ext uri="{FF2B5EF4-FFF2-40B4-BE49-F238E27FC236}">
                <a16:creationId xmlns:a16="http://schemas.microsoft.com/office/drawing/2014/main" id="{A9C68CE4-6141-CFEE-0812-30D4E2929B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627333" y="7106754"/>
            <a:ext cx="2429947" cy="408230"/>
          </a:xfrm>
        </p:spPr>
        <p:txBody>
          <a:bodyPr/>
          <a:lstStyle/>
          <a:p>
            <a:pPr marL="0" marR="0" lvl="0" indent="0" algn="r" defTabSz="9968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nl-NL" sz="1200" b="0" i="0" u="none" strike="noStrike" kern="0" cap="none" spc="0" normalizeH="0" baseline="0" noProof="0">
                <a:ln>
                  <a:noFill/>
                </a:ln>
                <a:solidFill>
                  <a:srgbClr val="42475B"/>
                </a:solidFill>
                <a:effectLst/>
                <a:uLnTx/>
                <a:uFillTx/>
                <a:latin typeface="Avenir Book" panose="02000503020000020003" pitchFamily="2" charset="0"/>
                <a:sym typeface="Avenir"/>
              </a:rPr>
              <a:pPr marL="0" marR="0" lvl="0" indent="0" algn="r" defTabSz="9968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0</a:t>
            </a:fld>
            <a:endParaRPr kumimoji="0" lang="nl-NL" sz="1200" b="0" i="0" u="none" strike="noStrike" kern="0" cap="none" spc="0" normalizeH="0" baseline="0" noProof="0">
              <a:ln>
                <a:noFill/>
              </a:ln>
              <a:solidFill>
                <a:srgbClr val="42475B"/>
              </a:solidFill>
              <a:effectLst/>
              <a:uLnTx/>
              <a:uFillTx/>
              <a:latin typeface="Avenir Book" panose="02000503020000020003" pitchFamily="2" charset="0"/>
              <a:sym typeface="Avenir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22AE6723-BCC4-8C18-54B6-433672CE0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22" y="7037304"/>
            <a:ext cx="357146" cy="316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20</Words>
  <Application>Microsoft Office PowerPoint</Application>
  <PresentationFormat>Aangepast</PresentationFormat>
  <Paragraphs>15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6" baseType="lpstr">
      <vt:lpstr>Arial</vt:lpstr>
      <vt:lpstr>Avenir</vt:lpstr>
      <vt:lpstr>Avenir Book</vt:lpstr>
      <vt:lpstr>Calibri</vt:lpstr>
      <vt:lpstr>Kantoorthema</vt:lpstr>
      <vt:lpstr>One thing to change – Quotes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Mulder, M. (Mariska, Student M-BA)</dc:creator>
  <cp:lastModifiedBy>Marco Strijker</cp:lastModifiedBy>
  <cp:revision>25</cp:revision>
  <dcterms:created xsi:type="dcterms:W3CDTF">2019-10-18T11:39:41Z</dcterms:created>
  <dcterms:modified xsi:type="dcterms:W3CDTF">2025-03-21T09:05:32Z</dcterms:modified>
</cp:coreProperties>
</file>