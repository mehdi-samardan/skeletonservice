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0799763" cy="7667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950"/>
    <a:srgbClr val="3D3950"/>
    <a:srgbClr val="EE7444"/>
    <a:srgbClr val="D4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442"/>
  </p:normalViewPr>
  <p:slideViewPr>
    <p:cSldViewPr snapToGrid="0">
      <p:cViewPr varScale="1">
        <p:scale>
          <a:sx n="84" d="100"/>
          <a:sy n="84" d="100"/>
        </p:scale>
        <p:origin x="1248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5" d="100"/>
          <a:sy n="105" d="100"/>
        </p:scale>
        <p:origin x="415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75ECEC2-241C-D30D-CC2E-16F0ACF9E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EF4104A-10C4-B770-FAAA-69EEDBE966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0FD2D-0C03-B54E-81D5-A213644F7A74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E66A27-1CA8-F1DE-4CB3-C5248254AB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5A1523-42F5-AC25-2B34-F69E68995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7FC77-A562-2044-B0CB-DAD9705F10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7357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3EA4F-706F-A846-AF35-5D3190B89244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EB03D-5C1B-924A-855A-C3EFA393BE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981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ALP Ra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CF2C3352-3546-F866-FBE8-942514B9CC73}"/>
              </a:ext>
            </a:extLst>
          </p:cNvPr>
          <p:cNvSpPr/>
          <p:nvPr userDrawn="1"/>
        </p:nvSpPr>
        <p:spPr>
          <a:xfrm>
            <a:off x="-1" y="-14137"/>
            <a:ext cx="10799764" cy="7681762"/>
          </a:xfrm>
          <a:prstGeom prst="rect">
            <a:avLst/>
          </a:prstGeom>
          <a:solidFill>
            <a:srgbClr val="3C39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470627-28B9-BFBE-A0B1-BB71257B2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58" r="9271"/>
          <a:stretch/>
        </p:blipFill>
        <p:spPr>
          <a:xfrm>
            <a:off x="4418854" y="18369"/>
            <a:ext cx="6380909" cy="71955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A225ACD-81B1-9851-2CFE-7FE5FA1DE3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0073" y="-287338"/>
            <a:ext cx="2349500" cy="18415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911E73-4DB8-265B-2BF2-B5420CB7E7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01438" y="3616125"/>
            <a:ext cx="3225800" cy="3060700"/>
          </a:xfrm>
          <a:prstGeom prst="rect">
            <a:avLst/>
          </a:prstGeom>
        </p:spPr>
      </p:pic>
      <p:pic>
        <p:nvPicPr>
          <p:cNvPr id="11" name="Afbeelding 10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99013AF5-3552-F4CE-7933-F6F9B5F34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>
            <a:off x="0" y="6222668"/>
            <a:ext cx="10799763" cy="1470220"/>
          </a:xfrm>
          <a:prstGeom prst="rect">
            <a:avLst/>
          </a:prstGeom>
        </p:spPr>
      </p:pic>
      <p:pic>
        <p:nvPicPr>
          <p:cNvPr id="3" name="Afbeelding 2" descr="Afbeelding met Lettertype, tekst, Graphics, schermopname&#10;&#10;Door AI gegenereerde inhoud is mogelijk onjuist.">
            <a:extLst>
              <a:ext uri="{FF2B5EF4-FFF2-40B4-BE49-F238E27FC236}">
                <a16:creationId xmlns:a16="http://schemas.microsoft.com/office/drawing/2014/main" id="{F0FAF348-5934-4055-C48E-33B66FAC09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42109" y="6614871"/>
            <a:ext cx="4289401" cy="87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1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C5404365-60B4-7466-EBD4-532444FD67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2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7884BB7-FD14-C0CE-492B-59EFD5883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6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3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4EBACC1-7EFF-FFD9-6FF2-B3A282661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94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139790F-0636-7E6B-578C-7551641CC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0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7662A71-C6C7-F18E-8460-AD21A1E7F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8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C01C20D-9658-FBBB-D652-6B5AF6611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2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68F852-D811-5401-844E-A62583240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43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DA32ACC-C123-CF54-362B-C8F118A23E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3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D8A1764-3BAB-5612-A408-0FF78A766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578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D43177-DF0E-8B32-3074-2C9A210F0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99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0E30DDA-A026-A98D-5A49-69C65C40CB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2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5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C0666C-4B25-0E8B-4CCD-08A6BA01A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  <a:solidFill>
            <a:srgbClr val="EE7444"/>
          </a:solidFill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43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Afbeelding 33">
            <a:extLst>
              <a:ext uri="{FF2B5EF4-FFF2-40B4-BE49-F238E27FC236}">
                <a16:creationId xmlns:a16="http://schemas.microsoft.com/office/drawing/2014/main" id="{D39E4CC9-E635-411F-D94C-2CC2488FD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39" name="Google Shape;1251;p5">
            <a:extLst>
              <a:ext uri="{FF2B5EF4-FFF2-40B4-BE49-F238E27FC236}">
                <a16:creationId xmlns:a16="http://schemas.microsoft.com/office/drawing/2014/main" id="{22BC758E-14F9-9AED-F4CD-7D12FEF901F1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9;p112">
            <a:extLst>
              <a:ext uri="{FF2B5EF4-FFF2-40B4-BE49-F238E27FC236}">
                <a16:creationId xmlns:a16="http://schemas.microsoft.com/office/drawing/2014/main" id="{D09A1787-F70E-5242-27FB-396FE2EC9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3161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198986F-5DD4-F60F-1C84-2E68A2D93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8" name="Google Shape;1251;p5">
            <a:extLst>
              <a:ext uri="{FF2B5EF4-FFF2-40B4-BE49-F238E27FC236}">
                <a16:creationId xmlns:a16="http://schemas.microsoft.com/office/drawing/2014/main" id="{ADF963D8-1525-9761-ACF4-829853519808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29;p112">
            <a:extLst>
              <a:ext uri="{FF2B5EF4-FFF2-40B4-BE49-F238E27FC236}">
                <a16:creationId xmlns:a16="http://schemas.microsoft.com/office/drawing/2014/main" id="{3FE3E466-09D3-191D-EE0B-BC9B83F59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9" name="Afbeelding 18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E6B79FD4-FE99-A00A-085F-08A9FC256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8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D853EDA7-A4E7-D3D5-9D40-5925EE22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9" name="Google Shape;1129;p112">
            <a:extLst>
              <a:ext uri="{FF2B5EF4-FFF2-40B4-BE49-F238E27FC236}">
                <a16:creationId xmlns:a16="http://schemas.microsoft.com/office/drawing/2014/main" id="{5C4A530F-7C32-38C6-B473-B3C2B9A17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89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06C34CC-2EFE-1D8D-CCF1-5F016A4EE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4687383B-28BE-C3B8-E26E-24A0C2DF9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3" name="Afbeelding 12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0C2A3DB9-B355-2044-B703-A90FEBDDA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10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83;p116">
            <a:extLst>
              <a:ext uri="{FF2B5EF4-FFF2-40B4-BE49-F238E27FC236}">
                <a16:creationId xmlns:a16="http://schemas.microsoft.com/office/drawing/2014/main" id="{5C56D1E3-6C9C-79B4-82D0-6ED6AE038C3C}"/>
              </a:ext>
            </a:extLst>
          </p:cNvPr>
          <p:cNvSpPr/>
          <p:nvPr userDrawn="1"/>
        </p:nvSpPr>
        <p:spPr>
          <a:xfrm>
            <a:off x="-2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EB932D-ED20-16C7-191A-FB0C9B9F6B3E}"/>
              </a:ext>
            </a:extLst>
          </p:cNvPr>
          <p:cNvSpPr txBox="1"/>
          <p:nvPr userDrawn="1"/>
        </p:nvSpPr>
        <p:spPr>
          <a:xfrm>
            <a:off x="2549613" y="2042933"/>
            <a:ext cx="5700532" cy="213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Willemskade 30      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8011 AD, Zwolle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The Netherlands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u="none" strike="noStrike" cap="none" dirty="0">
              <a:solidFill>
                <a:schemeClr val="bg1"/>
              </a:solidFill>
              <a:latin typeface="Avenir Book" panose="02000503020000020003" pitchFamily="2" charset="0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www.alpharainbow.nl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+31 (0)6 51119394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info@alpharainbow.nl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979B350-BD78-9DEA-8832-FCA2386F2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58" t="19457"/>
          <a:stretch/>
        </p:blipFill>
        <p:spPr>
          <a:xfrm>
            <a:off x="0" y="0"/>
            <a:ext cx="2153123" cy="148319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8D101D-606B-D241-9A79-55336F910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04"/>
          <a:stretch/>
        </p:blipFill>
        <p:spPr>
          <a:xfrm>
            <a:off x="-122387" y="3658221"/>
            <a:ext cx="3074071" cy="30607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D0D4DF0F-E2E2-AC16-087D-F02FEB170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4732" r="16526"/>
          <a:stretch/>
        </p:blipFill>
        <p:spPr>
          <a:xfrm>
            <a:off x="6824312" y="0"/>
            <a:ext cx="3975448" cy="6521353"/>
          </a:xfrm>
          <a:prstGeom prst="rect">
            <a:avLst/>
          </a:prstGeom>
        </p:spPr>
      </p:pic>
      <p:pic>
        <p:nvPicPr>
          <p:cNvPr id="12" name="Afbeelding 11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4C418840-77EE-5EDF-E20C-762149B64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 flipH="1">
            <a:off x="-5" y="6197405"/>
            <a:ext cx="10799768" cy="14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4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84005-1036-294C-BEFB-BC4118D190F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CE6ED-1243-9B4D-AE75-3F9D6737CAD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941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2" r:id="rId3"/>
    <p:sldLayoutId id="2147483683" r:id="rId4"/>
    <p:sldLayoutId id="2147483678" r:id="rId5"/>
    <p:sldLayoutId id="2147483684" r:id="rId6"/>
    <p:sldLayoutId id="2147483685" r:id="rId7"/>
    <p:sldLayoutId id="2147483686" r:id="rId8"/>
    <p:sldLayoutId id="2147483673" r:id="rId9"/>
    <p:sldLayoutId id="2147483687" r:id="rId10"/>
    <p:sldLayoutId id="2147483688" r:id="rId11"/>
    <p:sldLayoutId id="2147483689" r:id="rId12"/>
    <p:sldLayoutId id="2147483690" r:id="rId13"/>
    <p:sldLayoutId id="2147483665" r:id="rId14"/>
    <p:sldLayoutId id="2147483672" r:id="rId15"/>
    <p:sldLayoutId id="2147483666" r:id="rId16"/>
    <p:sldLayoutId id="2147483667" r:id="rId17"/>
    <p:sldLayoutId id="2147483671" r:id="rId18"/>
  </p:sldLayoutIdLst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anose="020B0604020202020204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8;p4">
            <a:extLst>
              <a:ext uri="{FF2B5EF4-FFF2-40B4-BE49-F238E27FC236}">
                <a16:creationId xmlns:a16="http://schemas.microsoft.com/office/drawing/2014/main" id="{78DD2DF1-13E5-1BE2-5B99-B2CF3002122D}"/>
              </a:ext>
            </a:extLst>
          </p:cNvPr>
          <p:cNvSpPr txBox="1">
            <a:spLocks/>
          </p:cNvSpPr>
          <p:nvPr/>
        </p:nvSpPr>
        <p:spPr>
          <a:xfrm>
            <a:off x="407160" y="1863598"/>
            <a:ext cx="8212584" cy="8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10223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2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</a:t>
            </a:r>
            <a:endParaRPr lang="nl-NL" sz="3200" dirty="0">
              <a:latin typeface="Avenir Blac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PHtitlesecondline</a:t>
            </a:r>
            <a:br>
              <a:rPr lang="nl-NL" sz="3200" dirty="0"/>
            </a:br>
            <a:r>
              <a:rPr lang="nl-NL" sz="2200" dirty="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  <a:t>PHtitleofthepager</a:t>
            </a:r>
            <a:br>
              <a:rPr lang="nl-NL" sz="2200" dirty="0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</a:br>
            <a:r>
              <a:rPr lang="nl-NL" sz="1600" dirty="0" err="1">
                <a:solidFill>
                  <a:schemeClr val="lt1"/>
                </a:solidFill>
                <a:latin typeface="Avenir Book" panose="02000503020000020003" pitchFamily="2" charset="0"/>
                <a:sym typeface="Avenir"/>
              </a:rPr>
              <a:t>PHwaveperiod</a:t>
            </a:r>
            <a:endParaRPr lang="nl-NL" sz="3200" dirty="0">
              <a:solidFill>
                <a:schemeClr val="lt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60627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</TotalTime>
  <Words>6</Words>
  <Application>Microsoft Office PowerPoint</Application>
  <PresentationFormat>Aangepast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Avenir</vt:lpstr>
      <vt:lpstr>Avenir Black</vt:lpstr>
      <vt:lpstr>Avenir Book</vt:lpstr>
      <vt:lpstr>Avenir Medium</vt:lpstr>
      <vt:lpstr>Calibri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Jari Venekamp (student)</dc:creator>
  <cp:lastModifiedBy>Marco Strijker</cp:lastModifiedBy>
  <cp:revision>8</cp:revision>
  <dcterms:created xsi:type="dcterms:W3CDTF">2024-07-09T07:58:04Z</dcterms:created>
  <dcterms:modified xsi:type="dcterms:W3CDTF">2025-11-05T11:01:25Z</dcterms:modified>
</cp:coreProperties>
</file>