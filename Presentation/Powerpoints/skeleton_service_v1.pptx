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50337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PowerPoint-generatie via de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777240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4612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FastAPI-microservice die gecombineerde PowerPoint-bestanden genereert op basis van geselecteerde dia-sjablonen. Herhaalde verzoeken worden direct beantwoord dankzij slimme caching.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Pipeline Overzicht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Opstarten van de applicatie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met MongoDB Atlas wordt als eerste opgezet bij het starten.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verbinding is noodzakelijk voor alle cache- en statusbeheerbewerkingen.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het afsluiten van de applicatie wordt de verbinding veilig beëindigd.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34747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91840"/>
            <a:ext cx="914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connectie initialiseren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91840"/>
            <a:ext cx="34747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291840"/>
            <a:ext cx="914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Shutdown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veilig sluiten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Ontvangst van verzoeken &amp; invoervalidatie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stuurt dianamen naar endpoint:  POST /generate-skeleton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Pydantic-model valideert de lijst met dianamen.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lege lijst of ongeldige waarden wordt het verzoek afgewezen (HTTP 422).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7315200" cy="146304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33832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/generate-skeleton
</a:t>
            </a:r>
            <a:pPr indent="0" marL="0">
              <a:buNone/>
            </a:pPr>
            <a:r>
              <a:rPr lang="en-US" sz="1400" i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"slide_names": ["intro", "agenda", "content"] 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van dianamen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dianaam wordt gecontroleerd op een bestaand sjabloonbestand.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lijst mag niet leeg zijn; elk element moet een niet-lege string zijn.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onjuiste invoer wordt een InvalidLayoutError gegenereerd.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3931920" cy="160020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91440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Geldige invoer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"intro"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"agenda"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154680"/>
            <a:ext cx="3931920" cy="1600200"/>
          </a:xfrm>
          <a:prstGeom prst="rect">
            <a:avLst/>
          </a:prstGeom>
          <a:solidFill>
            <a:srgbClr val="0A3A5C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54680"/>
            <a:ext cx="91440" cy="160020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Ongeldige invoer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(lege lijst)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(lege string)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null-waarden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Sjabloon-hashing (SHA-256)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.pptx-sjabloonbestand in storage/templates/ wordt ingelezen.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basis van de binaire inhoud wordt een SHA-256-hash berekend.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hash dient als "inhoudsvingerafdruk" bij de cachecontrole.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160020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template.pptx  → 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</a:t>
            </a:r>
            <a:pPr indent="0" marL="0">
              <a:buNone/>
            </a:pPr>
            <a:r>
              <a:rPr lang="en-US" sz="14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a3f8b2c1d9e4...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bestandsinhoud geeft altijd dezelfde hash → betrouwbare cache-sleutel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Cachecontrole &amp; verwerkingsverzoek (MongoDB)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wordt doorzocht op een record met de ingediende diaslijst en hashwaarden.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642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hit: status "completed" → bestand al gegenereerd, direct teruggeven.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3957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2257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miss: atomisch nieuw record met status "processing" aanmaken.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30540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8094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Voorkomt dubbele generatie bij gelijktijdige verzoeken.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— Directe reactie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Overeenkomend voltooid record gevonden in de database.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642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productiestappen worden overgeslagen.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39572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2257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direct geserialiseerd en teruggegeven als {"cached": true}.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30540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8094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API wordt niet opnieuw aangeroepen voor dezelfde combinatie.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3383280"/>
            <a:ext cx="5029200" cy="137160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34747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 ...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— PPTX-generatie begint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record in de cache → generatieproces start.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Slechts één dia aangevraagd? Sjabloonbestand direct kopiëren, GroupDocs niet gebruikt.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dia's? Cloudgebaseerd samenvoegproces (GroupDocs) geactiveerd.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011680" cy="68580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3657600"/>
            <a:ext cx="20116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94960" y="3200400"/>
            <a:ext cx="20116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3200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Kopiëren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4114800"/>
            <a:ext cx="201168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40005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40005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Initialisatie van de GroupDocs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GROUPDOCS_CLIENT_ID en GROUPDOCS_CLIENT_SECRET worden uitgelezen.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FileApi- en DocumentApi-clients worden aangemaakt met deze credentials.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ontbrekende credentials: MissingEnvironmentVariableError.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160020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4612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GROUPDOCS_CLIENT_ID</a:t>
            </a:r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os.getenv('GROUPDOCS_CLIENT_ID')
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GROUPDOCS_CLIENT_SECRET</a:t>
            </a:r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os.getenv('GROUPDOCS_CLIENT_SECRET')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file_api = FileApi(config)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doc_api  = DocumentApi(config)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uploaden van sjablonen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.pptx-sjablonen worden parallel geüpload via ThreadPoolExecutor (20 threads).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Willekeurige wachttijd van 0–3 seconden per upload om API-throttling te voorkomen.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mislukte upload wordt het gehele proces stopgezet.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50548"/>
            <a:ext cx="1005840" cy="712892"/>
          </a:xfrm>
          <a:prstGeom prst="rect">
            <a:avLst/>
          </a:prstGeom>
          <a:solidFill>
            <a:srgbClr val="0D9488"/>
          </a:solidFill>
          <a:ln w="12700">
            <a:solidFill>
              <a:srgbClr val="0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996268"/>
            <a:ext cx="1005840" cy="712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4189286"/>
            <a:ext cx="1005840" cy="474154"/>
          </a:xfrm>
          <a:prstGeom prst="rect">
            <a:avLst/>
          </a:prstGeom>
          <a:solidFill>
            <a:srgbClr val="02C39A"/>
          </a:solidFill>
          <a:ln w="12700">
            <a:solidFill>
              <a:srgbClr val="0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4235006"/>
            <a:ext cx="1005840" cy="474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897090"/>
            <a:ext cx="1005840" cy="766350"/>
          </a:xfrm>
          <a:prstGeom prst="rect">
            <a:avLst/>
          </a:prstGeom>
          <a:solidFill>
            <a:srgbClr val="0D9488"/>
          </a:solidFill>
          <a:ln w="12700">
            <a:solidFill>
              <a:srgbClr val="0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3942810"/>
            <a:ext cx="1005840" cy="76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4119193"/>
            <a:ext cx="1005840" cy="544247"/>
          </a:xfrm>
          <a:prstGeom prst="rect">
            <a:avLst/>
          </a:prstGeom>
          <a:solidFill>
            <a:srgbClr val="02C39A"/>
          </a:solidFill>
          <a:ln w="12700">
            <a:solidFill>
              <a:srgbClr val="0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4164913"/>
            <a:ext cx="1005840" cy="544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4122921"/>
            <a:ext cx="1005840" cy="540519"/>
          </a:xfrm>
          <a:prstGeom prst="rect">
            <a:avLst/>
          </a:prstGeom>
          <a:solidFill>
            <a:srgbClr val="0D9488"/>
          </a:solidFill>
          <a:ln w="12700">
            <a:solidFill>
              <a:srgbClr val="0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4168641"/>
            <a:ext cx="1005840" cy="5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 (Merge)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upload: samenvoegbewerking aan de serverzijde via DocumentApi.join().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wordt opgeslagen op uitvoerpad in GroupDocs Cloud.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Time-out van 600 seconden ingesteld voor de bewerking.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9144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83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383280"/>
            <a:ext cx="9144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383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383280"/>
            <a:ext cx="9144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0" y="3383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572000" y="3246120"/>
            <a:ext cx="1645920" cy="109728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246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GroupDocs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040880" y="3383280"/>
            <a:ext cx="164592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merged.pptx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Downloaden van het samengevoegde bestand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Gecombineerd .pptx-bestand gedownload met FileApi.download_file().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opgeslagen op tijdelijke locatie:  generated/{uuid}.pptx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 downloaden → PptxMergeError gegenereerd.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9184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FileApi.download_file(output_path)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save_to(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f"generated/{uuid}.pptx"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PptxMergeError bij mislukking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van het samengevoegde bestand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inhoud van het gecombineerde PPTX-bestand ingelezen.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SHA-256-hash berekend → skeleton_hash.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Skeleton_hash wordt gebruikt als cache-sleutel én bestandsnaam.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9184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open(tmp_path, 'rb').read()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 =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sha256(content).hexdigest()
</a:t>
            </a:r>
            <a:pPr indent="0" marL="0">
              <a:buNone/>
            </a:pPr>
            <a:r>
              <a:rPr lang="en-US" sz="120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Gebruikt als cache-sleutel en bestandsnaam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Verplaatsen naar permanente locatie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bestand: generated/{uuid}.pptx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locatie: generated/{skeleton_hash}.pptx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 afgeleid van hash → zelfde inhoud, altijd zelfde naam.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3108960" cy="114300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3756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{uuid}.pptx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mv  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77840" y="3337560"/>
            <a:ext cx="3108960" cy="11430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33756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{skeleton_hash}.pptx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Bijwerken van de databaserecord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MongoDB-record met status "processing" wordt bijgewerkt.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toegevoegd: status: "completed", skeleton_hash, file_path.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dient voortaan als cache hit voor volgende identieke verzoeken.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9184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db.skeletons.update_one(
  { _id: record_id },
  { $set: {
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"completed",
      "skeleton_hash": skeleton_hash,
      "file_path": permanent_path
</a:t>
            </a:r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Teruggeven van het antwoord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Voltooide record opgehaald uit de database.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642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ObjectId- en datumvelden omgezet naar JSON-compatibel formaat.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3957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2257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teruggegeven: {"cached": false, "data": {...}}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30540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8094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Bevat: skeleton_hash, file_path, diaslijst en aanmaaktijdstip.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Toegang tot het PPTX-bestand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via endpoint:  GET /skeletons/{skeleton_hash}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niet gevonden → HTTP 404 teruggegeven.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gevonden → aangeboden met PPTX MIME-type.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9184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/skeletons/{skeleton_hash}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application/vnd.openxmlformats-officedocument.presentationml.presentation
</a:t>
            </a:r>
            <a:pPr indent="0" marL="0">
              <a:buNone/>
            </a:pPr>
            <a:r>
              <a:rPr lang="en-US" sz="1200" b="1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Bestand niet gevonden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— Pipeline Overzicht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15568"/>
            <a:ext cx="41148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155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051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Ontvangst &amp; validatie van verzoek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92224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901952"/>
            <a:ext cx="411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019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18379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van sjablonen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78608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688336"/>
            <a:ext cx="41148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883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26243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cachecontrole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64992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64992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474720"/>
            <a:ext cx="411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747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341071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directe reactie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51376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261104"/>
            <a:ext cx="41148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611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41970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→ GroupDocs upload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005840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1115568"/>
            <a:ext cx="411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11556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76672" y="1051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 (merge)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1792224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792224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1901952"/>
            <a:ext cx="41148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9019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76672" y="18379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downloaden + hashing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2578608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578608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4608" y="2688336"/>
            <a:ext cx="411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6883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76672" y="26243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bijwerken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54880" y="3364992"/>
            <a:ext cx="402336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364992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4608" y="3474720"/>
            <a:ext cx="41148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34747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76672" y="341071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teruggeven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Succes met uw presentatie!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Service</dc:title>
  <dc:subject>PptxGenJS Presentation</dc:subject>
  <dc:creator>PptxGenJS</dc:creator>
  <cp:lastModifiedBy>PptxGenJS</cp:lastModifiedBy>
  <cp:revision>1</cp:revision>
  <dcterms:created xsi:type="dcterms:W3CDTF">2026-03-11T09:50:38Z</dcterms:created>
  <dcterms:modified xsi:type="dcterms:W3CDTF">2026-03-11T09:50:38Z</dcterms:modified>
</cp:coreProperties>
</file>