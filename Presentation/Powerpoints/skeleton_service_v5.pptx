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0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84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063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0" y="128016"/>
            <a:ext cx="128016" cy="48874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PowerPoint-generatie via een slimme cloudpipeline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7772400" cy="155448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777240" y="29443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Gepresenteerd door: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9443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 Samardan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3741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33741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maart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8039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380390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AlphaRainbow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 sz="1400"/>
          </a:p>
        </p:txBody>
      </p:sp>
      <p:sp>
        <p:nvSpPr>
          <p:cNvPr id="4" name="Text 2"/>
          <p:cNvSpPr/>
          <p:nvPr/>
        </p:nvSpPr>
        <p:spPr>
          <a:xfrm>
            <a:off x="365760" y="5020056"/>
            <a:ext cx="85953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Inhoudsopgave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836676"/>
            <a:ext cx="8229600" cy="45719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365760" y="987552"/>
            <a:ext cx="73152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475488" y="1051560"/>
            <a:ext cx="384048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475488" y="10515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04241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Projectoverzicht &amp; Doelstelling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060704"/>
            <a:ext cx="10058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7452360" y="10607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 – 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563624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5" name="Shape 13"/>
          <p:cNvSpPr/>
          <p:nvPr/>
        </p:nvSpPr>
        <p:spPr>
          <a:xfrm>
            <a:off x="365760" y="1563624"/>
            <a:ext cx="73152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Shape 14"/>
          <p:cNvSpPr/>
          <p:nvPr/>
        </p:nvSpPr>
        <p:spPr>
          <a:xfrm>
            <a:off x="475488" y="1627632"/>
            <a:ext cx="38404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475488" y="16276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" y="161848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Systeemarchitectuur &amp; Techstack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1636776"/>
            <a:ext cx="10058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7452360" y="1636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– 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139696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365760" y="2139696"/>
            <a:ext cx="73152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Shape 21"/>
          <p:cNvSpPr/>
          <p:nvPr/>
        </p:nvSpPr>
        <p:spPr>
          <a:xfrm>
            <a:off x="475488" y="2203704"/>
            <a:ext cx="384048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475488" y="22037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219456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Stap voor Stap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52360" y="2212848"/>
            <a:ext cx="10058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7452360" y="22128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8 – 22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715768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9" name="Shape 27"/>
          <p:cNvSpPr/>
          <p:nvPr/>
        </p:nvSpPr>
        <p:spPr>
          <a:xfrm>
            <a:off x="365760" y="2715768"/>
            <a:ext cx="73152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Shape 28"/>
          <p:cNvSpPr/>
          <p:nvPr/>
        </p:nvSpPr>
        <p:spPr>
          <a:xfrm>
            <a:off x="475488" y="2779776"/>
            <a:ext cx="38404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1" name="Text 29"/>
          <p:cNvSpPr/>
          <p:nvPr/>
        </p:nvSpPr>
        <p:spPr>
          <a:xfrm>
            <a:off x="475488" y="27797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7552" y="277063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Foutafhandeling &amp; Uitzonderingen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52360" y="2788920"/>
            <a:ext cx="10058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4" name="Text 32"/>
          <p:cNvSpPr/>
          <p:nvPr/>
        </p:nvSpPr>
        <p:spPr>
          <a:xfrm>
            <a:off x="7452360" y="2788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23 – 24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291840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6" name="Shape 34"/>
          <p:cNvSpPr/>
          <p:nvPr/>
        </p:nvSpPr>
        <p:spPr>
          <a:xfrm>
            <a:off x="365760" y="3291840"/>
            <a:ext cx="73152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7" name="Shape 35"/>
          <p:cNvSpPr/>
          <p:nvPr/>
        </p:nvSpPr>
        <p:spPr>
          <a:xfrm>
            <a:off x="475488" y="3355848"/>
            <a:ext cx="384048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8" name="Text 36"/>
          <p:cNvSpPr/>
          <p:nvPr/>
        </p:nvSpPr>
        <p:spPr>
          <a:xfrm>
            <a:off x="475488" y="33558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7552" y="3346704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API-endpoints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452360" y="3364992"/>
            <a:ext cx="10058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1" name="Text 39"/>
          <p:cNvSpPr/>
          <p:nvPr/>
        </p:nvSpPr>
        <p:spPr>
          <a:xfrm>
            <a:off x="7452360" y="33649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867912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3" name="Shape 41"/>
          <p:cNvSpPr/>
          <p:nvPr/>
        </p:nvSpPr>
        <p:spPr>
          <a:xfrm>
            <a:off x="365760" y="3867912"/>
            <a:ext cx="73152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4" name="Shape 42"/>
          <p:cNvSpPr/>
          <p:nvPr/>
        </p:nvSpPr>
        <p:spPr>
          <a:xfrm>
            <a:off x="475488" y="3931920"/>
            <a:ext cx="38404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5" name="Text 43"/>
          <p:cNvSpPr/>
          <p:nvPr/>
        </p:nvSpPr>
        <p:spPr>
          <a:xfrm>
            <a:off x="475488" y="39319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87552" y="392277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Prestatiewinst door Caching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452360" y="3941064"/>
            <a:ext cx="10058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8" name="Text 46"/>
          <p:cNvSpPr/>
          <p:nvPr/>
        </p:nvSpPr>
        <p:spPr>
          <a:xfrm>
            <a:off x="7452360" y="39410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4443984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0" name="Shape 48"/>
          <p:cNvSpPr/>
          <p:nvPr/>
        </p:nvSpPr>
        <p:spPr>
          <a:xfrm>
            <a:off x="365760" y="4443984"/>
            <a:ext cx="73152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1" name="Shape 49"/>
          <p:cNvSpPr/>
          <p:nvPr/>
        </p:nvSpPr>
        <p:spPr>
          <a:xfrm>
            <a:off x="475488" y="4507992"/>
            <a:ext cx="384048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2" name="Text 50"/>
          <p:cNvSpPr/>
          <p:nvPr/>
        </p:nvSpPr>
        <p:spPr>
          <a:xfrm>
            <a:off x="475488" y="45079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87552" y="449884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Conclusie &amp; Afsluiting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452360" y="4517136"/>
            <a:ext cx="10058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5" name="Text 53"/>
          <p:cNvSpPr/>
          <p:nvPr/>
        </p:nvSpPr>
        <p:spPr>
          <a:xfrm>
            <a:off x="7452360" y="45171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27 – 28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Projectoverzicht — Wat is Skeleton Service?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320040" y="992124"/>
            <a:ext cx="8412480" cy="86868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FastAPI-microservice die op verzoek samengevoegde PowerPoint-presentaties genereert vanuit individuele dia-sjablonen.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21671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Herbruikbare presentatiegenerator voor externe applicaties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282549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85800" y="271576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Ondersteunt meerdere taalvarianten in sjabloonmetadata (NL / EN)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348386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85800" y="337413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stateless HTTP-service met cloudintegratie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41422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685800" y="4032504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Gebouwd met schaalbaarheid en herbruikbaarheid als kernprincipes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Doelstelling — Waarom is dit project gebouwd?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handmatig samenstellen van PowerPoint-presentaties kost veel tijd en is foutgevoelig. Skeleton Service lost dit op door: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3977640" cy="1170432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39776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530352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38658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Sjablonen automatisch selecteren en samenvoegen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874520"/>
            <a:ext cx="3977640" cy="1170432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4709160" y="1874520"/>
            <a:ext cx="39776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4873752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73752" y="238658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Identieke verzoeken direct beantwoorden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64408"/>
            <a:ext cx="3977640" cy="1170432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365760" y="3264408"/>
            <a:ext cx="39776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530352" y="3401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Besparen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377647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Cloudkosten vermijden via slimme cachelogica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264408"/>
            <a:ext cx="3977640" cy="1170432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" name="Shape 19"/>
          <p:cNvSpPr/>
          <p:nvPr/>
        </p:nvSpPr>
        <p:spPr>
          <a:xfrm>
            <a:off x="4709160" y="3264408"/>
            <a:ext cx="39776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4873752" y="3401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Consistentie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73752" y="377647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Uniforme presentatiestructuur voor alle gebruikers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Systeemarchitectuur — Hoe is het systeem opgebouwd?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1371600" y="1024128"/>
            <a:ext cx="6400800" cy="548640"/>
          </a:xfrm>
          <a:prstGeom prst="rect">
            <a:avLst/>
          </a:prstGeom>
          <a:solidFill>
            <a:srgbClr val="0A3A5C"/>
          </a:solidFill>
          <a:ln w="12700">
            <a:solidFill>
              <a:srgbClr val="6B9AB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1371600" y="1024128"/>
            <a:ext cx="91440" cy="548640"/>
          </a:xfrm>
          <a:prstGeom prst="rect">
            <a:avLst/>
          </a:prstGeom>
          <a:solidFill>
            <a:srgbClr val="6B9AB8"/>
          </a:solidFill>
          <a:ln w="12700">
            <a:solidFill>
              <a:srgbClr val="6B9AB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1554480" y="102412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HTTP-verzoek (Client)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0" y="157276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1737360"/>
            <a:ext cx="6400800" cy="548640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Shape 10"/>
          <p:cNvSpPr/>
          <p:nvPr/>
        </p:nvSpPr>
        <p:spPr>
          <a:xfrm>
            <a:off x="1371600" y="1737360"/>
            <a:ext cx="914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1554480" y="173736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API-laag  (routes.py)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0" y="22860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2450592"/>
            <a:ext cx="6400800" cy="54864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Shape 14"/>
          <p:cNvSpPr/>
          <p:nvPr/>
        </p:nvSpPr>
        <p:spPr>
          <a:xfrm>
            <a:off x="1371600" y="2450592"/>
            <a:ext cx="914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1554480" y="245059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Servicelaag  (skeleton_service / ppt_service / hash_service)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0" y="29992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3163824"/>
            <a:ext cx="6400800" cy="548640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>
            <a:off x="1371600" y="3163824"/>
            <a:ext cx="914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1554480" y="3163824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Repository-laag  (skeleton_repository.py)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14800" y="371246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3877056"/>
            <a:ext cx="6400800" cy="54864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Shape 22"/>
          <p:cNvSpPr/>
          <p:nvPr/>
        </p:nvSpPr>
        <p:spPr>
          <a:xfrm>
            <a:off x="1371600" y="3877056"/>
            <a:ext cx="914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1554480" y="3877056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 +  GroupDocs Cloud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371600" y="4681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laag heeft één verantwoordelijkheid en communiceert alleen met de laag direct boven of onder zich.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Technologiestack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7033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API &amp; routing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Uvicorn (ASGI)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Asynchrone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&amp; statusbeheer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Merge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GroupDocs Merger 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 samenvoegen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(hashlib)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Inhoudsvingerafdruk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Invoervalidatie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Pakketbeheer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Afhankelijkheden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3.12+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Volledige implementatie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Opslagstructuur — Hoe zijn bestanden georganiseerd?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365760" y="1014078"/>
            <a:ext cx="8412480" cy="3657600"/>
          </a:xfrm>
          <a:prstGeom prst="rect">
            <a:avLst/>
          </a:prstGeom>
          <a:solidFill>
            <a:srgbClr val="02182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 sz="2800"/>
          </a:p>
        </p:txBody>
      </p:sp>
      <p:sp>
        <p:nvSpPr>
          <p:cNvPr id="8" name="Text 6"/>
          <p:cNvSpPr/>
          <p:nvPr/>
        </p:nvSpPr>
        <p:spPr>
          <a:xfrm>
            <a:off x="566928" y="1133856"/>
            <a:ext cx="804672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layouts/  └── saved/</a:t>
            </a:r>
            <a:r>
              <a:rPr lang="en-US" sz="1400" i="1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← Voorgedefinieerde dialijsten (YAML)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Full report.yaml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One pager.yaml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PPG report.yaml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templates/</a:t>
            </a:r>
            <a:r>
              <a:rPr lang="en-US" sz="1400" i="1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← Individuele dia-sjablonen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*.pptx</a:t>
            </a:r>
            <a:r>
              <a:rPr lang="en-US" sz="1400" i="1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← PowerPoint-bestand (één dia)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*.yaml</a:t>
            </a:r>
            <a:r>
              <a:rPr lang="en-US" sz="1400" i="1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← Metadata &amp; tekstvelden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PPG/  ├── APE/  └── KMDA/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{skeleton_hash}.pptx</a:t>
            </a:r>
            <a:r>
              <a:rPr lang="en-US" sz="1400" i="1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Gegenereerde bestanden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Opstarten van de Service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47472" y="1562225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58368" y="150888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Levenscyclusbeheerder (lifespan) wordt geactiveerd bij het opstarten.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" y="2129153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58368" y="2077339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Verbinding met MongoDB Atlas via de MONGO_URI omgevingsvariabele.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2696081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58368" y="264270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Verbinding opgeslagen als singleton in het geheugen.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" y="3263009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658368" y="3209544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service is bereikbaar op  http://localhost:8000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7472" y="3829937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658368" y="378471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afsluiten: databaseverbinding automatisch en veilig beëindigd.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Verzoek Ontvangen — Client stuurt HTTP POST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40635" y="128701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85800" y="1210077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 stuurt een HTTP POST-verzoek naar:  POST /generate-skeleton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0635" y="1770867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85800" y="17099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Pydantic-model GenerateSkeletonRequest valideert het verzoek direct.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0635" y="227494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 lijst of ontbrekend veld → HTTP 400 foutmelding.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178308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658368" y="3054096"/>
            <a:ext cx="786384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/generate-skeleton</a:t>
            </a:r>
          </a:p>
          <a:p>
            <a:pPr marL="0" indent="0">
              <a:buNone/>
            </a:pPr>
            <a:endParaRPr lang="en-US" sz="1150" dirty="0">
              <a:solidFill>
                <a:srgbClr val="FFFFFF"/>
              </a:solidFill>
              <a:latin typeface="Consolas" pitchFamily="34" charset="0"/>
              <a:cs typeface="Consolas" pitchFamily="34" charset="-120"/>
            </a:endParaRP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"slides": [</a:t>
            </a: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"Front slide"</a:t>
            </a: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"PPG/NPS motivation"</a:t>
            </a: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"Summary"</a:t>
            </a: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Validatie van Dianamen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invoer is een lijst (geen enkel getal of string).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078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85800" y="159105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lijst bevat minimaal één element.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26771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85800" y="2157984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element is een niet-lege string zonder witruimte.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685800" y="272491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Mislukte controle → InvalidLayoutError → HTTP 400 foutmelding.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01568"/>
            <a:ext cx="393192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365760" y="3401568"/>
            <a:ext cx="73152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530352" y="3493008"/>
            <a:ext cx="3675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Geldige invoer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3858768"/>
            <a:ext cx="3675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"Front slide"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"Summary"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"PPG/NPS motivation"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3401568"/>
            <a:ext cx="393192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E553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4800600" y="3401568"/>
            <a:ext cx="73152" cy="1280160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4965192" y="3493008"/>
            <a:ext cx="3675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Ongeldige invoer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3858768"/>
            <a:ext cx="3675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  (lege lijst)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  (lege string)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getal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 per Dia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.pptx-sjabloonbestand geopend vanuit storage/templates/.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196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85800" y="17099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binaire inhoud ingelezen → SHA-256-hash berekend.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5054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85800" y="23957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bestaat niet → TemplateNotFoundError gegenereerd.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40964"/>
            <a:ext cx="8229600" cy="155448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658368" y="3282696"/>
            <a:ext cx="78638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"Front slide"</a:t>
            </a: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"a1b2c3d4e5f6..."</a:t>
            </a: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 1"  </a:t>
            </a: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"9fas12d6c5b4...”,</a:t>
            </a:r>
          </a:p>
          <a:p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 2"  </a:t>
            </a: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”8gh83b1bgn21...”,</a:t>
            </a:r>
            <a:endParaRPr lang="en-US" sz="1150" dirty="0"/>
          </a:p>
          <a:p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 3"  </a:t>
            </a: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”n7bv128mkw13..."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Cachecontrole in MongoDB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365760" y="1316736"/>
            <a:ext cx="8458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doorzocht op record met exact dezelfde diaslijst én hashwaarden.</a:t>
            </a:r>
            <a:endParaRPr lang="en-US" sz="1300" b="1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830225"/>
              </p:ext>
            </p:extLst>
          </p:nvPr>
        </p:nvGraphicFramePr>
        <p:xfrm>
          <a:off x="365760" y="2016252"/>
          <a:ext cx="8412480" cy="2231136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gevonden,  status: "completed"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hit → direct antwoord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Geen record gevonden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Nieuw record,  status: "processing"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gevonden,  status: "processing"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verzoek → uitzondering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— Direct antwoord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Voltooid record gevonden → alle generatiestappen volledig overgeslagen.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196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85800" y="17099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Aanzienlijke tijds- en kostenbesparing bij herhaalde verzoeken.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2487168"/>
            <a:ext cx="6949440" cy="224028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1298448" y="2615184"/>
            <a:ext cx="6583680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"cached": </a:t>
            </a:r>
            <a:r>
              <a:rPr lang="en-US" sz="11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"skeleton_hash": </a:t>
            </a: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"abc123..."</a:t>
            </a: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"file_path": </a:t>
            </a: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"generated/abc123....pptx"</a:t>
            </a: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"status": </a:t>
            </a: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"completed"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— Speciaal geval: één dia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 heeft slechts één dianaam opgegeven → samenvoegen niet nodig.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196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85800" y="17099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Sjabloonbestand rechtstreeks gekopieerd naar generated/ zonder GroupDocs.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5054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85800" y="23957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Bespaart tijd, cloudkosten en vermijdt onnodige netwerkverzoeken.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3931920" cy="137160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7315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530352" y="3200400"/>
            <a:ext cx="3675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dia aangevraagd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566160"/>
            <a:ext cx="36758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kopiëren naar generated/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Geen API-aanroep nodig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108960"/>
            <a:ext cx="3931920" cy="137160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>
            <a:off x="4800600" y="3108960"/>
            <a:ext cx="73152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4965192" y="3200400"/>
            <a:ext cx="3675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dia's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65192" y="3566160"/>
            <a:ext cx="36758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 Cloud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Samenvoegen in de cloud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 API Initialiseren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Inloggegevens geladen uit omgevingsvariabelen.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078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85800" y="159105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FileApi-client aangemaakt voor uploaden &amp; downloaden.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26771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85800" y="2157984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DocumentApi-client aangemaakt voor de samenvoegbewerking.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685800" y="272491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Ontbrekende variabele → MissingEnvironmentVariableError.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8229600" cy="128016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658368" y="3529584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GROUPDOCS_CLIENT_ID</a:t>
            </a: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os.getenv('GROUPDOCS_CLIENT_ID')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GROUPDOCS_CLIENT_SECRET</a:t>
            </a: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os.getenv('GROUPDOCS_CLIENT_SECRET')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file_api = FileApi(config)</a:t>
            </a:r>
            <a:r>
              <a:rPr lang="en-US" sz="11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</a:t>
            </a: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doc_api = DocumentApi(config)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Uploaden van Sjablonen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.pptx-bestanden gelijktijdig geüpload via ThreadPoolExecutor (20 workers).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" y="170078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85800" y="159105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Willekeurige wachttijd 0–3 seconden per upload om API-throttling te voorkomen.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226771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85800" y="2157984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bestand krijgt uniek cloudpad op basis van de laatste drie mapniveaus.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685800" y="272491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Mislukte upload → gehele proces direct gestopt.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97280" y="3858768"/>
            <a:ext cx="10972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1097280" y="390448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78608" y="4178808"/>
            <a:ext cx="109728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2578608" y="42245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59936" y="3675888"/>
            <a:ext cx="10972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4059936" y="372160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541264" y="4270248"/>
            <a:ext cx="109728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5541264" y="4315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22592" y="3950208"/>
            <a:ext cx="109728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7022592" y="39959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4681728"/>
            <a:ext cx="7315200" cy="36576"/>
          </a:xfrm>
          <a:prstGeom prst="rect">
            <a:avLst/>
          </a:prstGeom>
          <a:solidFill>
            <a:srgbClr val="6B9AB8"/>
          </a:solidFill>
          <a:ln w="12700">
            <a:solidFill>
              <a:srgbClr val="6B9AB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Samenvoegen in de Cloud (GroupDocs)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Geüploade bestanden gebundeld in een JoinOptions-object.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078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85800" y="159105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DocumentApi.join() aangeroepen voor samenvoegbewerking aan serverzijde.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26771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85800" y="2157984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Resultaat opgeslagen in de cloud:  Output/{timestamp}.pptx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685800" y="272491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van 600 seconden ingesteld voor de bewerking.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01568"/>
            <a:ext cx="9601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274320" y="3401568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17320" y="3401568"/>
            <a:ext cx="96012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1417320" y="3401568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0" y="3401568"/>
            <a:ext cx="9601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2560320" y="3401568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03320" y="36118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4343400" y="3310128"/>
            <a:ext cx="1920240" cy="109728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4343400" y="3310128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GroupDocs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Merge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36118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6995160" y="3401568"/>
            <a:ext cx="173736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8" name="Text 26"/>
          <p:cNvSpPr/>
          <p:nvPr/>
        </p:nvSpPr>
        <p:spPr>
          <a:xfrm>
            <a:off x="6995160" y="340156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.pptx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Downloaden van het Resultaat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gedownload via FileApi.download_file() na succesvolle merge.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078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85800" y="159105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Tijdelijk opgeslagen als  generated/{uuid}.pptx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26771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85800" y="2157984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Geldigheid downloadpad gecontroleerd vóór wegschrijven.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685800" y="272491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Mislukte download → PptxMergeError gegenereerd.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8229600" cy="1280160"/>
          </a:xfrm>
          <a:prstGeom prst="rect">
            <a:avLst/>
          </a:prstGeom>
          <a:solidFill>
            <a:srgbClr val="02182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658368" y="3529584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FileApi.download_file(output_path)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validate_path(download_path)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save_to(</a:t>
            </a: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f"generated/{uuid}.pptx"</a:t>
            </a: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4A7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PptxMergeError bij mislukking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van het Eindresultaat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Binaire inhoud van gedownload PPTX-bestand ingelezen.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196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85800" y="17099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Nieuwe SHA-256-hash berekend → wordt de skeleton_hash.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256032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25603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457200" y="26334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Bestandsnaam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generated/{skeleton_hash}.pptx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468880"/>
            <a:ext cx="256032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3200400" y="2468880"/>
            <a:ext cx="25603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3291840" y="26334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Cache-sleutel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017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 sleutel in MongoDB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468880"/>
            <a:ext cx="256032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6035040" y="2468880"/>
            <a:ext cx="25603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6126480" y="26334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Referentie-ID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3017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toekomstige downloads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009644"/>
            <a:ext cx="8229600" cy="644652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365760" y="4005072"/>
            <a:ext cx="8229600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= open(tmp_path,'rb').read()</a:t>
            </a: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</a:t>
            </a: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skeleton_hash = sha256(content).hexdigest()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Definitief Opslaan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Tijdelijk bestand hernoemd en verplaatst naar permanente locatie.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196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85800" y="17099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Bestandsnaam volledig gebaseerd op de inhoudshash.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5054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85800" y="23957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Identieke inhoud → altijd dezelfde bestandsnaam, ongeacht aanvraagtijdstip.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347472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6B9AB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365760" y="29992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Tijdelijk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generated/{uuid}.pptx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383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 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303520" y="2971800"/>
            <a:ext cx="347472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>
            <a:off x="5303520" y="2971800"/>
            <a:ext cx="34747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5303520" y="299008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3291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generated/{skeleton_hash}.pptx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Bijwerken — Status: Completed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MongoDB-record bijgewerkt van status "processing" → "completed".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196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85800" y="17099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Velden toegevoegd: skeleton_hash en file_path.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5054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85800" y="23957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toekomstige identieke verzoeken worden als cache hit beantwoord.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178308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658368" y="3054096"/>
            <a:ext cx="786384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$set: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"status":        </a:t>
            </a: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"completed"</a:t>
            </a: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"skeleton_hash": </a:t>
            </a: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skeleton_hash</a:t>
            </a: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"file_path":     </a:t>
            </a: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permanent_path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Definitief Antwoord Terugsturen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914400" y="102412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Voltooid record opgehaald; MongoDB-velden omgezet naar JSON-formaat.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1603742"/>
            <a:ext cx="7315200" cy="2788920"/>
          </a:xfrm>
          <a:prstGeom prst="rect">
            <a:avLst/>
          </a:prstGeom>
          <a:solidFill>
            <a:srgbClr val="02182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pPr algn="ctr"/>
            <a:endParaRPr lang="nl-NL" dirty="0"/>
          </a:p>
        </p:txBody>
      </p:sp>
      <p:sp>
        <p:nvSpPr>
          <p:cNvPr id="12" name="Text 10"/>
          <p:cNvSpPr/>
          <p:nvPr/>
        </p:nvSpPr>
        <p:spPr>
          <a:xfrm>
            <a:off x="914400" y="1603742"/>
            <a:ext cx="73152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"cached": </a:t>
            </a:r>
            <a:r>
              <a:rPr lang="en-US" sz="1200" b="1" dirty="0">
                <a:solidFill>
                  <a:srgbClr val="E55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"skeleton_hash": </a:t>
            </a: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"abc123..."</a:t>
            </a: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"file_path": </a:t>
            </a: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"generated/abc123....pptx"</a:t>
            </a: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"slides": </a:t>
            </a: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["Front slide", "Summary"]</a:t>
            </a: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"created_at": </a:t>
            </a: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"2026-03-12T10:00:00+00:00"</a:t>
            </a: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"status": </a:t>
            </a: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"completed"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API-endpoints — Overzicht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25603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Beschrijving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/saved_layouts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Geeft alle beschikbare sjablonen en layouts terug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/generate-skeleton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Genereert samengevoegde PPTX op basis van dialijst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/skeletons/{hash}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Downloadt het gegenereerde PPTX-bestand via hash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886200"/>
            <a:ext cx="8412480" cy="68580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 anchor="ctr"/>
          <a:lstStyle/>
          <a:p>
            <a:pPr algn="ctr"/>
            <a:endParaRPr lang="nl-NL" dirty="0"/>
          </a:p>
        </p:txBody>
      </p:sp>
      <p:sp>
        <p:nvSpPr>
          <p:cNvPr id="9" name="Text 6"/>
          <p:cNvSpPr/>
          <p:nvPr/>
        </p:nvSpPr>
        <p:spPr>
          <a:xfrm>
            <a:off x="640080" y="40736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Volledige API-documentatie via Swagger UI: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25583" y="40736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http://localhost:8000/docs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Foutafhandeling &amp; Uitzonderingen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218688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Uitzondering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HTTP-code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Oorzaak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InvalidLayoutError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 of ongeldige invoerlijst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Verkeerde invoerindeling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SlideNotFoundError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Dianaam bestaat niet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TemplateNotFoundError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PPTX-sjabloonbestand ontbreekt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FileNotFoundError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Bestand niet gevonden op schijf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MissingEnvironmentVariableError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55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Ontbrekende API-inloggegevens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PptxMergeError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55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GroupDocs API-fout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Prestatiewinst door Caching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777240"/>
          </a:xfrm>
          <a:prstGeom prst="rect">
            <a:avLst/>
          </a:prstGeom>
          <a:solidFill>
            <a:srgbClr val="0A3A5C"/>
          </a:solidFill>
          <a:ln w="12700">
            <a:solidFill>
              <a:srgbClr val="6B9AB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79552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caching: elk verzoek doorloopt de volledige GroupDocs-pipeline → uploaden, samenvoegen, downloaden.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3977640" cy="118872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39776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502920" y="21579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 verzoek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5328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pipeline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~10–30 seconden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3977640" cy="118872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4709160" y="2029968"/>
            <a:ext cx="39776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4846320" y="21579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Herhaalverzoek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5328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 DB-query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~milliseconden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47288"/>
            <a:ext cx="3977640" cy="1188720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365760" y="3447288"/>
            <a:ext cx="39776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502920" y="35753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Kostenbesparing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950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GroupDocs-aanroepen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identieke combinaties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447288"/>
            <a:ext cx="3977640" cy="118872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4709160" y="3447288"/>
            <a:ext cx="39776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4846320" y="35753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Schaalbaarheid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950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claim voorkomt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dubbele verwerking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Conclusie — Wat hebben we bereikt?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03504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73152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502920" y="1197864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914400" y="107899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Gelaagde architectuur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1078992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scheiding van verantwoordelijkheden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755648"/>
            <a:ext cx="8412480" cy="603504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365760" y="1755648"/>
            <a:ext cx="73152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502920" y="192938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914400" y="181051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Content-gebaseerde caching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1810512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zorgt voor consistentie en snelheid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487168"/>
            <a:ext cx="8412480" cy="603504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365760" y="2487168"/>
            <a:ext cx="73152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Shape 17"/>
          <p:cNvSpPr/>
          <p:nvPr/>
        </p:nvSpPr>
        <p:spPr>
          <a:xfrm>
            <a:off x="502920" y="2660904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914400" y="254203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Concurrency-veilig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2542032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MongoDB's atomaire bewerkingen voor gelijktijdige verzoeken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218688"/>
            <a:ext cx="8412480" cy="603504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" name="Shape 21"/>
          <p:cNvSpPr/>
          <p:nvPr/>
        </p:nvSpPr>
        <p:spPr>
          <a:xfrm>
            <a:off x="365760" y="3218688"/>
            <a:ext cx="73152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Shape 22"/>
          <p:cNvSpPr/>
          <p:nvPr/>
        </p:nvSpPr>
        <p:spPr>
          <a:xfrm>
            <a:off x="502920" y="339242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914400" y="327355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Cloudintegratie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0" y="3273552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 maakt schaalbare samenvoegbewerkingen mogelijk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950208"/>
            <a:ext cx="8412480" cy="603504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8" name="Shape 26"/>
          <p:cNvSpPr/>
          <p:nvPr/>
        </p:nvSpPr>
        <p:spPr>
          <a:xfrm>
            <a:off x="365760" y="3950208"/>
            <a:ext cx="73152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9" name="Shape 27"/>
          <p:cNvSpPr/>
          <p:nvPr/>
        </p:nvSpPr>
        <p:spPr>
          <a:xfrm>
            <a:off x="502920" y="4123944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Text 28"/>
          <p:cNvSpPr/>
          <p:nvPr/>
        </p:nvSpPr>
        <p:spPr>
          <a:xfrm>
            <a:off x="914400" y="400507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Uitgebreide foutafhandeling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0" y="4005072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Duidelijke foutmeldingen op elk niveau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63143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service is productieklaar, </a:t>
            </a:r>
            <a:r>
              <a:rPr lang="en-US" sz="1100" b="1" i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</a:t>
            </a:r>
            <a:r>
              <a:rPr lang="en-US" sz="11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i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gedocumenteerd</a:t>
            </a:r>
            <a:r>
              <a:rPr lang="en-US" sz="11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(met AI) en eenvoudig uitbreidbaar.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8016" cy="4814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Bedankt</a:t>
            </a: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vooruw</a:t>
            </a: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aandacht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457200" y="2125980"/>
            <a:ext cx="8046720" cy="59436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"Van afzonderlijke sjablonen naar een complete presentatie — automatisch, snel en betrouwbaar."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329184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API-documentatie: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0360" y="3108960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http://localhost:8000/docs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93008"/>
            <a:ext cx="8229600" cy="329184"/>
          </a:xfrm>
          <a:prstGeom prst="rect">
            <a:avLst/>
          </a:prstGeom>
          <a:solidFill>
            <a:srgbClr val="062840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 dirty="0"/>
          </a:p>
        </p:txBody>
      </p:sp>
      <p:sp>
        <p:nvSpPr>
          <p:cNvPr id="12" name="Text 10"/>
          <p:cNvSpPr/>
          <p:nvPr/>
        </p:nvSpPr>
        <p:spPr>
          <a:xfrm>
            <a:off x="640080" y="34930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3493008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AlphaRainbow / skeletonService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77056"/>
            <a:ext cx="8229600" cy="329184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640080" y="387705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3877056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mehdi@alpharainbow.nl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61104"/>
            <a:ext cx="8229600" cy="329184"/>
          </a:xfrm>
          <a:prstGeom prst="rect">
            <a:avLst/>
          </a:prstGeom>
          <a:solidFill>
            <a:srgbClr val="062840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640080" y="426110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Gepresenteerd door: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4261104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 Samardan  |  12 maart 2026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0" y="128016"/>
            <a:ext cx="128016" cy="48874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3439298" y="1219654"/>
            <a:ext cx="1981200" cy="1582982"/>
          </a:xfrm>
          <a:prstGeom prst="rect">
            <a:avLst/>
          </a:prstGeom>
          <a:solidFill>
            <a:schemeClr val="tx2">
              <a:alpha val="0"/>
            </a:schemeClr>
          </a:solidFill>
          <a:ln/>
          <a:effectLst>
            <a:outerShdw blurRad="50800" dist="50800" dir="5400000" algn="ctr" rotWithShape="0">
              <a:srgbClr val="000000">
                <a:alpha val="55000"/>
              </a:srgbClr>
            </a:outerShdw>
            <a:reflection blurRad="6350" stA="52000" endA="300" endPos="35000" dir="5400000" sy="-100000" algn="bl" rotWithShape="0"/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"/>
            <a:ext cx="8229600" cy="1015231"/>
          </a:xfrm>
          <a:prstGeom prst="rect">
            <a:avLst/>
          </a:prstGeom>
          <a:noFill/>
          <a:ln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 er nog vragen?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 Samardan  |  AlphaRainbow  |  12 maart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3566160"/>
            <a:ext cx="4572000" cy="109728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2286000" y="3566160"/>
            <a:ext cx="4572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2377440" y="37033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mehdi@alpharainbow.nl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413308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http://localhost:8000/docs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1810</Words>
  <Application>Microsoft Macintosh PowerPoint</Application>
  <PresentationFormat>On-screen Show (16:9)</PresentationFormat>
  <Paragraphs>399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Skeleton Service</dc:title>
  <dc:subject>PptxGenJS Presentation</dc:subject>
  <dc:creator>PptxGenJS</dc:creator>
  <cp:lastModifiedBy>Samardan, Mehdi</cp:lastModifiedBy>
  <cp:revision>3</cp:revision>
  <dcterms:created xsi:type="dcterms:W3CDTF">2026-03-11T10:41:51Z</dcterms:created>
  <dcterms:modified xsi:type="dcterms:W3CDTF">2026-03-11T11:10:20Z</dcterms:modified>
</cp:coreProperties>
</file>