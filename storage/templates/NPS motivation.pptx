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0799763" cy="7667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u4zi8monFm8P8qm9RZcIGLnB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64C"/>
    <a:srgbClr val="3F5573"/>
    <a:srgbClr val="2C354E"/>
    <a:srgbClr val="4247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DFCB8-AEB9-4C52-BBAB-5A2C2984F3B9}">
  <a:tblStyle styleId="{A82DFCB8-AEB9-4C52-BBAB-5A2C2984F3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8"/>
    <p:restoredTop sz="94721"/>
  </p:normalViewPr>
  <p:slideViewPr>
    <p:cSldViewPr snapToGrid="0">
      <p:cViewPr varScale="1">
        <p:scale>
          <a:sx n="91" d="100"/>
          <a:sy n="91" d="100"/>
        </p:scale>
        <p:origin x="13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tableStyles" Target="tableStyles.xml"/><Relationship Id="rId36" Type="http://schemas.openxmlformats.org/officeDocument/2006/relationships/theme" Target="theme/theme1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houd van twee">
  <p:cSld name="3_Inhoud van twee 3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7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97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7"/>
          <p:cNvSpPr txBox="1">
            <a:spLocks noGrp="1"/>
          </p:cNvSpPr>
          <p:nvPr>
            <p:ph type="body" idx="1"/>
          </p:nvPr>
        </p:nvSpPr>
        <p:spPr>
          <a:xfrm>
            <a:off x="716051" y="1219781"/>
            <a:ext cx="8288993" cy="50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97"/>
          <p:cNvSpPr txBox="1">
            <a:spLocks noGrp="1"/>
          </p:cNvSpPr>
          <p:nvPr>
            <p:ph type="title"/>
          </p:nvPr>
        </p:nvSpPr>
        <p:spPr>
          <a:xfrm>
            <a:off x="716052" y="364534"/>
            <a:ext cx="82889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7858"/>
              </a:buClr>
              <a:buSzPts val="1600"/>
              <a:buFont typeface="Avenir"/>
              <a:buNone/>
              <a:defRPr sz="1431" b="0" i="0">
                <a:solidFill>
                  <a:srgbClr val="E0785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7"/>
          <p:cNvSpPr txBox="1">
            <a:spLocks noGrp="1"/>
          </p:cNvSpPr>
          <p:nvPr>
            <p:ph type="body" idx="2"/>
          </p:nvPr>
        </p:nvSpPr>
        <p:spPr>
          <a:xfrm>
            <a:off x="716052" y="645450"/>
            <a:ext cx="8288992" cy="343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1789" b="1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97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86;p13">
            <a:extLst>
              <a:ext uri="{FF2B5EF4-FFF2-40B4-BE49-F238E27FC236}">
                <a16:creationId xmlns:a16="http://schemas.microsoft.com/office/drawing/2014/main" id="{D36E5363-D457-2099-6198-0D92237CF9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758" y="492857"/>
            <a:ext cx="5556587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r>
              <a:rPr lang="en-GB" sz="1300" spc="292" dirty="0" err="1">
                <a:solidFill>
                  <a:srgbClr val="EE7444"/>
                </a:solidFill>
                <a:latin typeface="Avenir Book" panose="02000503020000020003" pitchFamily="2" charset="0"/>
              </a:rPr>
              <a:t>PHuppertitle</a:t>
            </a:r>
            <a:endParaRPr lang="en-GB" sz="1300" spc="292" dirty="0">
              <a:solidFill>
                <a:srgbClr val="EE7444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Google Shape;1287;p13">
            <a:extLst>
              <a:ext uri="{FF2B5EF4-FFF2-40B4-BE49-F238E27FC236}">
                <a16:creationId xmlns:a16="http://schemas.microsoft.com/office/drawing/2014/main" id="{7C46DEC0-E20D-CE14-AE5E-8EF6919CF947}"/>
              </a:ext>
            </a:extLst>
          </p:cNvPr>
          <p:cNvSpPr txBox="1">
            <a:spLocks/>
          </p:cNvSpPr>
          <p:nvPr/>
        </p:nvSpPr>
        <p:spPr>
          <a:xfrm>
            <a:off x="658758" y="799118"/>
            <a:ext cx="7450869" cy="58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nl-NL" sz="1800" b="1" i="0" dirty="0">
                <a:solidFill>
                  <a:srgbClr val="39364C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&lt;Zeg iets over de motivaties&gt;</a:t>
            </a:r>
            <a:endParaRPr lang="nl-NL" sz="2400" dirty="0">
              <a:solidFill>
                <a:srgbClr val="39364C"/>
              </a:solidFill>
              <a:effectLst/>
            </a:endParaRPr>
          </a:p>
        </p:txBody>
      </p:sp>
      <p:sp>
        <p:nvSpPr>
          <p:cNvPr id="5" name="Google Shape;1285;p13">
            <a:extLst>
              <a:ext uri="{FF2B5EF4-FFF2-40B4-BE49-F238E27FC236}">
                <a16:creationId xmlns:a16="http://schemas.microsoft.com/office/drawing/2014/main" id="{59CBE2C3-963F-8308-1A8B-7ACBDD6DBE08}"/>
              </a:ext>
            </a:extLst>
          </p:cNvPr>
          <p:cNvSpPr txBox="1">
            <a:spLocks/>
          </p:cNvSpPr>
          <p:nvPr/>
        </p:nvSpPr>
        <p:spPr>
          <a:xfrm>
            <a:off x="658758" y="1388252"/>
            <a:ext cx="9133828" cy="548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EE7444"/>
              </a:buClr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PHsentenceone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0" indent="0">
              <a:spcBef>
                <a:spcPts val="0"/>
              </a:spcBef>
              <a:buClr>
                <a:srgbClr val="EE7444"/>
              </a:buClr>
            </a:pPr>
            <a:endParaRPr lang="nl-NL" sz="1400" dirty="0">
              <a:solidFill>
                <a:srgbClr val="3F5573"/>
              </a:solidFill>
              <a:latin typeface="Avenir Book" charset="0"/>
            </a:endParaRPr>
          </a:p>
          <a:p>
            <a:pPr marL="0" marR="0" indent="0" algn="l" rtl="0">
              <a:spcBef>
                <a:spcPts val="500"/>
              </a:spcBef>
              <a:spcAft>
                <a:spcPts val="0"/>
              </a:spcAft>
            </a:pPr>
            <a:r>
              <a:rPr lang="nl-NL" sz="1400" b="0" i="0" dirty="0" err="1">
                <a:solidFill>
                  <a:srgbClr val="92D05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Promoters</a:t>
            </a:r>
            <a:r>
              <a:rPr lang="nl-NL" sz="1400" b="0" i="0" dirty="0">
                <a:solidFill>
                  <a:srgbClr val="92D05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 (n=???)</a:t>
            </a: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  <a:endParaRPr lang="nl-NL" sz="1400" dirty="0">
              <a:solidFill>
                <a:srgbClr val="39364C"/>
              </a:solidFill>
              <a:latin typeface="Avenir Book" panose="02000503020000020003" pitchFamily="2" charset="0"/>
            </a:endParaRP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9144" marR="0" indent="0" algn="l" rtl="0">
              <a:spcBef>
                <a:spcPts val="600"/>
              </a:spcBef>
              <a:spcAft>
                <a:spcPts val="0"/>
              </a:spcAft>
            </a:pPr>
            <a:r>
              <a:rPr lang="nl-NL" sz="1400" b="0" i="0" dirty="0" err="1">
                <a:solidFill>
                  <a:srgbClr val="FFC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Passives</a:t>
            </a:r>
            <a:r>
              <a:rPr lang="nl-NL" sz="1400" b="0" i="0" dirty="0">
                <a:solidFill>
                  <a:srgbClr val="FFC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 (n=???)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  <a:endParaRPr lang="nl-NL" sz="1400" dirty="0">
              <a:solidFill>
                <a:srgbClr val="39364C"/>
              </a:solidFill>
              <a:effectLst/>
              <a:latin typeface="Avenir Book" panose="02000503020000020003" pitchFamily="2" charset="0"/>
            </a:endParaRPr>
          </a:p>
          <a:p>
            <a:pPr marL="9144" marR="0" indent="0" algn="l" rtl="0">
              <a:spcBef>
                <a:spcPts val="600"/>
              </a:spcBef>
              <a:spcAft>
                <a:spcPts val="0"/>
              </a:spcAft>
            </a:pPr>
            <a:r>
              <a:rPr lang="nl-NL" sz="1400" b="0" i="0" dirty="0" err="1">
                <a:solidFill>
                  <a:srgbClr val="FF0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Detractors</a:t>
            </a:r>
            <a:r>
              <a:rPr lang="nl-NL" sz="1400" b="0" i="0" dirty="0">
                <a:solidFill>
                  <a:srgbClr val="FF0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 (n=???)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</p:txBody>
      </p:sp>
      <p:sp>
        <p:nvSpPr>
          <p:cNvPr id="2" name="Tijdelijke aanduiding voor dianummer 2">
            <a:extLst>
              <a:ext uri="{FF2B5EF4-FFF2-40B4-BE49-F238E27FC236}">
                <a16:creationId xmlns:a16="http://schemas.microsoft.com/office/drawing/2014/main" id="{4ACD3569-F5C6-4CEB-895F-FF4FD697B5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27333" y="7106754"/>
            <a:ext cx="2429947" cy="408230"/>
          </a:xfrm>
        </p:spPr>
        <p:txBody>
          <a:bodyPr/>
          <a:lstStyle/>
          <a:p>
            <a:pPr marL="0" marR="0" lvl="0" indent="0" algn="r" defTabSz="9968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42475B"/>
                </a:solidFill>
                <a:effectLst/>
                <a:uLnTx/>
                <a:uFillTx/>
                <a:latin typeface="Avenir Book" panose="02000503020000020003" pitchFamily="2" charset="0"/>
                <a:sym typeface="Avenir"/>
              </a:rPr>
              <a:pPr marL="0" marR="0" lvl="0" indent="0" algn="r" defTabSz="9968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</a:t>
            </a:fld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42475B"/>
              </a:solidFill>
              <a:effectLst/>
              <a:uLnTx/>
              <a:uFillTx/>
              <a:latin typeface="Avenir Book" panose="02000503020000020003" pitchFamily="2" charset="0"/>
              <a:sym typeface="Avenir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4B4A9B2B-905E-0563-96F4-B5D85C228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31</Words>
  <Application>Microsoft Office PowerPoint</Application>
  <PresentationFormat>Aangepast</PresentationFormat>
  <Paragraphs>17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Avenir</vt:lpstr>
      <vt:lpstr>Avenir Book</vt:lpstr>
      <vt:lpstr>Calibri</vt:lpstr>
      <vt:lpstr>Kantoorthema</vt:lpstr>
      <vt:lpstr>PHuppertitle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27</cp:revision>
  <dcterms:created xsi:type="dcterms:W3CDTF">2019-10-18T11:39:41Z</dcterms:created>
  <dcterms:modified xsi:type="dcterms:W3CDTF">2024-09-24T09:09:27Z</dcterms:modified>
</cp:coreProperties>
</file>