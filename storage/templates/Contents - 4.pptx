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950"/>
    <a:srgbClr val="374B66"/>
    <a:srgbClr val="2C354E"/>
    <a:srgbClr val="9CD79B"/>
    <a:srgbClr val="FFA601"/>
    <a:srgbClr val="0000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4"/>
    <p:restoredTop sz="94733"/>
  </p:normalViewPr>
  <p:slideViewPr>
    <p:cSldViewPr snapToGrid="0">
      <p:cViewPr varScale="1">
        <p:scale>
          <a:sx n="103" d="100"/>
          <a:sy n="103" d="100"/>
        </p:scale>
        <p:origin x="3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3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el en object">
  <p:cSld name="19_Titel en objec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9"/>
          <p:cNvSpPr/>
          <p:nvPr/>
        </p:nvSpPr>
        <p:spPr>
          <a:xfrm rot="5400000">
            <a:off x="-2150866" y="2150865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9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99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99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45" name="Google Shape;145;p99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99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99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99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99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99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9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99"/>
          <p:cNvPicPr preferRelativeResize="0"/>
          <p:nvPr/>
        </p:nvPicPr>
        <p:blipFill rotWithShape="1">
          <a:blip r:embed="rId2">
            <a:alphaModFix/>
          </a:blip>
          <a:srcRect l="51674" r="17298"/>
          <a:stretch/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9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9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9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9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9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9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9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9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5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0</a:t>
            </a:fld>
            <a:endParaRPr sz="1200" dirty="0">
              <a:latin typeface="Avenir Book" panose="02000503020000020003" pitchFamily="2" charset="0"/>
            </a:endParaRPr>
          </a:p>
        </p:txBody>
      </p:sp>
      <p:sp>
        <p:nvSpPr>
          <p:cNvPr id="939" name="Google Shape;939;p85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 dirty="0">
              <a:latin typeface="Avenir Book" panose="02000503020000020003" pitchFamily="2" charset="0"/>
            </a:endParaRPr>
          </a:p>
        </p:txBody>
      </p:sp>
      <p:sp>
        <p:nvSpPr>
          <p:cNvPr id="940" name="Google Shape;940;p85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nl-NL" b="0" i="0" dirty="0" err="1">
                <a:solidFill>
                  <a:srgbClr val="2C354E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PHtitletwo</a:t>
            </a:r>
            <a:endParaRPr lang="en-US" sz="2400" dirty="0">
              <a:effectLst/>
              <a:latin typeface="Avenir Book" panose="02000503020000020003" pitchFamily="2" charset="0"/>
            </a:endParaRPr>
          </a:p>
        </p:txBody>
      </p:sp>
      <p:sp>
        <p:nvSpPr>
          <p:cNvPr id="941" name="Google Shape;941;p85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lang="nl-NL" dirty="0">
              <a:latin typeface="Avenir Book" panose="02000503020000020003" pitchFamily="2" charset="0"/>
            </a:endParaRPr>
          </a:p>
        </p:txBody>
      </p:sp>
      <p:sp>
        <p:nvSpPr>
          <p:cNvPr id="942" name="Google Shape;942;p85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43" name="Google Shape;943;p85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E23171B4-14F2-6498-8179-780EC291536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6</Words>
  <Application>Microsoft Office PowerPoint</Application>
  <PresentationFormat>Aangepast</PresentationFormat>
  <Paragraphs>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22</cp:revision>
  <dcterms:created xsi:type="dcterms:W3CDTF">2019-10-18T11:39:41Z</dcterms:created>
  <dcterms:modified xsi:type="dcterms:W3CDTF">2025-03-21T11:48:33Z</dcterms:modified>
</cp:coreProperties>
</file>