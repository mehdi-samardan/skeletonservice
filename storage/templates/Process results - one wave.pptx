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4" r:id="rId1"/>
  </p:sldMasterIdLst>
  <p:notesMasterIdLst>
    <p:notesMasterId r:id="rId3"/>
  </p:notesMasterIdLst>
  <p:sldIdLst>
    <p:sldId id="296" r:id="rId2"/>
  </p:sldIdLst>
  <p:sldSz cx="10799763" cy="7667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11" autoAdjust="0"/>
  </p:normalViewPr>
  <p:slideViewPr>
    <p:cSldViewPr snapToGrid="0">
      <p:cViewPr varScale="1">
        <p:scale>
          <a:sx n="60" d="100"/>
          <a:sy n="60" d="100"/>
        </p:scale>
        <p:origin x="8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396357213084704E-2"/>
          <c:y val="0.24965064517216257"/>
          <c:w val="0.87926211068339744"/>
          <c:h val="0.5040127193676093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88F-447D-86D7-C77EB06C38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88F-447D-86D7-C77EB06C38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Not Delivered</c:v>
                </c:pt>
              </c:strCache>
            </c:strRef>
          </c:cat>
          <c:val>
            <c:numRef>
              <c:f>Sheet1!$B$2:$B$3</c:f>
              <c:numCache>
                <c:formatCode>##%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63-4A42-A828-C1D49FDBE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881482956362257E-2"/>
          <c:y val="0.24766268145140724"/>
          <c:w val="0.8823070225541455"/>
          <c:h val="0.506000775280784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3C-4C19-8D8A-35D409A4C8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3C-4C19-8D8A-35D409A4C8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Respnded</c:v>
                </c:pt>
                <c:pt idx="1">
                  <c:v>Not Resonded</c:v>
                </c:pt>
              </c:strCache>
            </c:strRef>
          </c:cat>
          <c:val>
            <c:numRef>
              <c:f>Sheet1!$B$2:$B$3</c:f>
              <c:numCache>
                <c:formatCode>##%</c:formatCode>
                <c:ptCount val="2"/>
                <c:pt idx="0">
                  <c:v>0.34</c:v>
                </c:pt>
                <c:pt idx="1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A7-4211-A248-816408FE05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1A41E-29C1-4AF5-B010-77B80775959B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751CE-2133-48B5-ACFC-6F149F3583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6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1255713" y="1143000"/>
            <a:ext cx="4346575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37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254864"/>
            <a:ext cx="9179799" cy="2669469"/>
          </a:xfrm>
        </p:spPr>
        <p:txBody>
          <a:bodyPr anchor="b"/>
          <a:lstStyle>
            <a:lvl1pPr algn="ctr">
              <a:defRPr sz="6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4027279"/>
            <a:ext cx="8099822" cy="1851234"/>
          </a:xfrm>
        </p:spPr>
        <p:txBody>
          <a:bodyPr/>
          <a:lstStyle>
            <a:lvl1pPr marL="0" indent="0" algn="ctr">
              <a:buNone/>
              <a:defRPr sz="2683"/>
            </a:lvl1pPr>
            <a:lvl2pPr marL="511195" indent="0" algn="ctr">
              <a:buNone/>
              <a:defRPr sz="2236"/>
            </a:lvl2pPr>
            <a:lvl3pPr marL="1022391" indent="0" algn="ctr">
              <a:buNone/>
              <a:defRPr sz="2013"/>
            </a:lvl3pPr>
            <a:lvl4pPr marL="1533586" indent="0" algn="ctr">
              <a:buNone/>
              <a:defRPr sz="1789"/>
            </a:lvl4pPr>
            <a:lvl5pPr marL="2044781" indent="0" algn="ctr">
              <a:buNone/>
              <a:defRPr sz="1789"/>
            </a:lvl5pPr>
            <a:lvl6pPr marL="2555977" indent="0" algn="ctr">
              <a:buNone/>
              <a:defRPr sz="1789"/>
            </a:lvl6pPr>
            <a:lvl7pPr marL="3067172" indent="0" algn="ctr">
              <a:buNone/>
              <a:defRPr sz="1789"/>
            </a:lvl7pPr>
            <a:lvl8pPr marL="3578367" indent="0" algn="ctr">
              <a:buNone/>
              <a:defRPr sz="1789"/>
            </a:lvl8pPr>
            <a:lvl9pPr marL="4089563" indent="0" algn="ctr">
              <a:buNone/>
              <a:defRPr sz="17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68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74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911584"/>
            <a:ext cx="9314796" cy="3189518"/>
          </a:xfrm>
        </p:spPr>
        <p:txBody>
          <a:bodyPr anchor="b"/>
          <a:lstStyle>
            <a:lvl1pPr>
              <a:defRPr sz="6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5131276"/>
            <a:ext cx="9314796" cy="1677292"/>
          </a:xfrm>
        </p:spPr>
        <p:txBody>
          <a:bodyPr/>
          <a:lstStyle>
            <a:lvl1pPr marL="0" indent="0">
              <a:buNone/>
              <a:defRPr sz="2683">
                <a:solidFill>
                  <a:schemeClr val="tx1">
                    <a:tint val="82000"/>
                  </a:schemeClr>
                </a:solidFill>
              </a:defRPr>
            </a:lvl1pPr>
            <a:lvl2pPr marL="511195" indent="0">
              <a:buNone/>
              <a:defRPr sz="2236">
                <a:solidFill>
                  <a:schemeClr val="tx1">
                    <a:tint val="82000"/>
                  </a:schemeClr>
                </a:solidFill>
              </a:defRPr>
            </a:lvl2pPr>
            <a:lvl3pPr marL="1022391" indent="0">
              <a:buNone/>
              <a:defRPr sz="2013">
                <a:solidFill>
                  <a:schemeClr val="tx1">
                    <a:tint val="82000"/>
                  </a:schemeClr>
                </a:solidFill>
              </a:defRPr>
            </a:lvl3pPr>
            <a:lvl4pPr marL="1533586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4pPr>
            <a:lvl5pPr marL="2044781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5pPr>
            <a:lvl6pPr marL="2555977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6pPr>
            <a:lvl7pPr marL="3067172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7pPr>
            <a:lvl8pPr marL="3578367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8pPr>
            <a:lvl9pPr marL="4089563" indent="0">
              <a:buNone/>
              <a:defRPr sz="17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62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041150"/>
            <a:ext cx="4589899" cy="486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041150"/>
            <a:ext cx="4589899" cy="486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24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408232"/>
            <a:ext cx="9314796" cy="14820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1879634"/>
            <a:ext cx="4568805" cy="921179"/>
          </a:xfrm>
        </p:spPr>
        <p:txBody>
          <a:bodyPr anchor="b"/>
          <a:lstStyle>
            <a:lvl1pPr marL="0" indent="0">
              <a:buNone/>
              <a:defRPr sz="2683" b="1"/>
            </a:lvl1pPr>
            <a:lvl2pPr marL="511195" indent="0">
              <a:buNone/>
              <a:defRPr sz="2236" b="1"/>
            </a:lvl2pPr>
            <a:lvl3pPr marL="1022391" indent="0">
              <a:buNone/>
              <a:defRPr sz="2013" b="1"/>
            </a:lvl3pPr>
            <a:lvl4pPr marL="1533586" indent="0">
              <a:buNone/>
              <a:defRPr sz="1789" b="1"/>
            </a:lvl4pPr>
            <a:lvl5pPr marL="2044781" indent="0">
              <a:buNone/>
              <a:defRPr sz="1789" b="1"/>
            </a:lvl5pPr>
            <a:lvl6pPr marL="2555977" indent="0">
              <a:buNone/>
              <a:defRPr sz="1789" b="1"/>
            </a:lvl6pPr>
            <a:lvl7pPr marL="3067172" indent="0">
              <a:buNone/>
              <a:defRPr sz="1789" b="1"/>
            </a:lvl7pPr>
            <a:lvl8pPr marL="3578367" indent="0">
              <a:buNone/>
              <a:defRPr sz="1789" b="1"/>
            </a:lvl8pPr>
            <a:lvl9pPr marL="4089563" indent="0">
              <a:buNone/>
              <a:defRPr sz="17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2800813"/>
            <a:ext cx="4568805" cy="4119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1879634"/>
            <a:ext cx="4591306" cy="921179"/>
          </a:xfrm>
        </p:spPr>
        <p:txBody>
          <a:bodyPr anchor="b"/>
          <a:lstStyle>
            <a:lvl1pPr marL="0" indent="0">
              <a:buNone/>
              <a:defRPr sz="2683" b="1"/>
            </a:lvl1pPr>
            <a:lvl2pPr marL="511195" indent="0">
              <a:buNone/>
              <a:defRPr sz="2236" b="1"/>
            </a:lvl2pPr>
            <a:lvl3pPr marL="1022391" indent="0">
              <a:buNone/>
              <a:defRPr sz="2013" b="1"/>
            </a:lvl3pPr>
            <a:lvl4pPr marL="1533586" indent="0">
              <a:buNone/>
              <a:defRPr sz="1789" b="1"/>
            </a:lvl4pPr>
            <a:lvl5pPr marL="2044781" indent="0">
              <a:buNone/>
              <a:defRPr sz="1789" b="1"/>
            </a:lvl5pPr>
            <a:lvl6pPr marL="2555977" indent="0">
              <a:buNone/>
              <a:defRPr sz="1789" b="1"/>
            </a:lvl6pPr>
            <a:lvl7pPr marL="3067172" indent="0">
              <a:buNone/>
              <a:defRPr sz="1789" b="1"/>
            </a:lvl7pPr>
            <a:lvl8pPr marL="3578367" indent="0">
              <a:buNone/>
              <a:defRPr sz="1789" b="1"/>
            </a:lvl8pPr>
            <a:lvl9pPr marL="4089563" indent="0">
              <a:buNone/>
              <a:defRPr sz="17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2800813"/>
            <a:ext cx="4591306" cy="4119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33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41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11175"/>
            <a:ext cx="3483205" cy="1789113"/>
          </a:xfrm>
        </p:spPr>
        <p:txBody>
          <a:bodyPr anchor="b"/>
          <a:lstStyle>
            <a:lvl1pPr>
              <a:defRPr sz="35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103997"/>
            <a:ext cx="5467380" cy="5448984"/>
          </a:xfrm>
        </p:spPr>
        <p:txBody>
          <a:bodyPr/>
          <a:lstStyle>
            <a:lvl1pPr>
              <a:defRPr sz="3578"/>
            </a:lvl1pPr>
            <a:lvl2pPr>
              <a:defRPr sz="3131"/>
            </a:lvl2pPr>
            <a:lvl3pPr>
              <a:defRPr sz="2683"/>
            </a:lvl3pPr>
            <a:lvl4pPr>
              <a:defRPr sz="2236"/>
            </a:lvl4pPr>
            <a:lvl5pPr>
              <a:defRPr sz="2236"/>
            </a:lvl5pPr>
            <a:lvl6pPr>
              <a:defRPr sz="2236"/>
            </a:lvl6pPr>
            <a:lvl7pPr>
              <a:defRPr sz="2236"/>
            </a:lvl7pPr>
            <a:lvl8pPr>
              <a:defRPr sz="2236"/>
            </a:lvl8pPr>
            <a:lvl9pPr>
              <a:defRPr sz="2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300288"/>
            <a:ext cx="3483205" cy="4261567"/>
          </a:xfrm>
        </p:spPr>
        <p:txBody>
          <a:bodyPr/>
          <a:lstStyle>
            <a:lvl1pPr marL="0" indent="0">
              <a:buNone/>
              <a:defRPr sz="1789"/>
            </a:lvl1pPr>
            <a:lvl2pPr marL="511195" indent="0">
              <a:buNone/>
              <a:defRPr sz="1565"/>
            </a:lvl2pPr>
            <a:lvl3pPr marL="1022391" indent="0">
              <a:buNone/>
              <a:defRPr sz="1342"/>
            </a:lvl3pPr>
            <a:lvl4pPr marL="1533586" indent="0">
              <a:buNone/>
              <a:defRPr sz="1118"/>
            </a:lvl4pPr>
            <a:lvl5pPr marL="2044781" indent="0">
              <a:buNone/>
              <a:defRPr sz="1118"/>
            </a:lvl5pPr>
            <a:lvl6pPr marL="2555977" indent="0">
              <a:buNone/>
              <a:defRPr sz="1118"/>
            </a:lvl6pPr>
            <a:lvl7pPr marL="3067172" indent="0">
              <a:buNone/>
              <a:defRPr sz="1118"/>
            </a:lvl7pPr>
            <a:lvl8pPr marL="3578367" indent="0">
              <a:buNone/>
              <a:defRPr sz="1118"/>
            </a:lvl8pPr>
            <a:lvl9pPr marL="4089563" indent="0">
              <a:buNone/>
              <a:defRPr sz="1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57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11175"/>
            <a:ext cx="3483205" cy="1789113"/>
          </a:xfrm>
        </p:spPr>
        <p:txBody>
          <a:bodyPr anchor="b"/>
          <a:lstStyle>
            <a:lvl1pPr>
              <a:defRPr sz="35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103997"/>
            <a:ext cx="5467380" cy="5448984"/>
          </a:xfrm>
        </p:spPr>
        <p:txBody>
          <a:bodyPr anchor="t"/>
          <a:lstStyle>
            <a:lvl1pPr marL="0" indent="0">
              <a:buNone/>
              <a:defRPr sz="3578"/>
            </a:lvl1pPr>
            <a:lvl2pPr marL="511195" indent="0">
              <a:buNone/>
              <a:defRPr sz="3131"/>
            </a:lvl2pPr>
            <a:lvl3pPr marL="1022391" indent="0">
              <a:buNone/>
              <a:defRPr sz="2683"/>
            </a:lvl3pPr>
            <a:lvl4pPr marL="1533586" indent="0">
              <a:buNone/>
              <a:defRPr sz="2236"/>
            </a:lvl4pPr>
            <a:lvl5pPr marL="2044781" indent="0">
              <a:buNone/>
              <a:defRPr sz="2236"/>
            </a:lvl5pPr>
            <a:lvl6pPr marL="2555977" indent="0">
              <a:buNone/>
              <a:defRPr sz="2236"/>
            </a:lvl6pPr>
            <a:lvl7pPr marL="3067172" indent="0">
              <a:buNone/>
              <a:defRPr sz="2236"/>
            </a:lvl7pPr>
            <a:lvl8pPr marL="3578367" indent="0">
              <a:buNone/>
              <a:defRPr sz="2236"/>
            </a:lvl8pPr>
            <a:lvl9pPr marL="4089563" indent="0">
              <a:buNone/>
              <a:defRPr sz="2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300288"/>
            <a:ext cx="3483205" cy="4261567"/>
          </a:xfrm>
        </p:spPr>
        <p:txBody>
          <a:bodyPr/>
          <a:lstStyle>
            <a:lvl1pPr marL="0" indent="0">
              <a:buNone/>
              <a:defRPr sz="1789"/>
            </a:lvl1pPr>
            <a:lvl2pPr marL="511195" indent="0">
              <a:buNone/>
              <a:defRPr sz="1565"/>
            </a:lvl2pPr>
            <a:lvl3pPr marL="1022391" indent="0">
              <a:buNone/>
              <a:defRPr sz="1342"/>
            </a:lvl3pPr>
            <a:lvl4pPr marL="1533586" indent="0">
              <a:buNone/>
              <a:defRPr sz="1118"/>
            </a:lvl4pPr>
            <a:lvl5pPr marL="2044781" indent="0">
              <a:buNone/>
              <a:defRPr sz="1118"/>
            </a:lvl5pPr>
            <a:lvl6pPr marL="2555977" indent="0">
              <a:buNone/>
              <a:defRPr sz="1118"/>
            </a:lvl6pPr>
            <a:lvl7pPr marL="3067172" indent="0">
              <a:buNone/>
              <a:defRPr sz="1118"/>
            </a:lvl7pPr>
            <a:lvl8pPr marL="3578367" indent="0">
              <a:buNone/>
              <a:defRPr sz="1118"/>
            </a:lvl8pPr>
            <a:lvl9pPr marL="4089563" indent="0">
              <a:buNone/>
              <a:defRPr sz="1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19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89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408230"/>
            <a:ext cx="2328699" cy="64979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408230"/>
            <a:ext cx="6851100" cy="64979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328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houd van twee">
  <p:cSld name="1_Inhoud van twe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>
            <a:spLocks noGrp="1"/>
          </p:cNvSpPr>
          <p:nvPr>
            <p:ph type="body" idx="1"/>
          </p:nvPr>
        </p:nvSpPr>
        <p:spPr>
          <a:xfrm>
            <a:off x="742485" y="1702677"/>
            <a:ext cx="9314796" cy="520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5843" lvl="0" indent="-222922" algn="l">
              <a:lnSpc>
                <a:spcPct val="150000"/>
              </a:lnSpc>
              <a:spcBef>
                <a:spcPts val="109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365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891685" lvl="1" indent="-309613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365" b="0" i="0">
                <a:latin typeface="Avenir"/>
                <a:ea typeface="Avenir"/>
                <a:cs typeface="Avenir"/>
                <a:sym typeface="Avenir"/>
              </a:defRPr>
            </a:lvl2pPr>
            <a:lvl3pPr marL="1337527" lvl="2" indent="-309613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365" b="0" i="0">
                <a:latin typeface="Avenir"/>
                <a:ea typeface="Avenir"/>
                <a:cs typeface="Avenir"/>
                <a:sym typeface="Avenir"/>
              </a:defRPr>
            </a:lvl3pPr>
            <a:lvl4pPr marL="1783371" lvl="3" indent="-309613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365" b="0" i="0">
                <a:latin typeface="Avenir"/>
                <a:ea typeface="Avenir"/>
                <a:cs typeface="Avenir"/>
                <a:sym typeface="Avenir"/>
              </a:defRPr>
            </a:lvl4pPr>
            <a:lvl5pPr marL="2229212" lvl="4" indent="-309613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365" b="0" i="0">
                <a:latin typeface="Avenir"/>
                <a:ea typeface="Avenir"/>
                <a:cs typeface="Avenir"/>
                <a:sym typeface="Avenir"/>
              </a:defRPr>
            </a:lvl5pPr>
            <a:lvl6pPr marL="2675053" lvl="5" indent="-33438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20898" lvl="6" indent="-33438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66740" lvl="7" indent="-33438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12582" lvl="8" indent="-33438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5" name="Google Shape;45;p38"/>
          <p:cNvSpPr txBox="1">
            <a:spLocks noGrp="1"/>
          </p:cNvSpPr>
          <p:nvPr>
            <p:ph type="dt" idx="10"/>
          </p:nvPr>
        </p:nvSpPr>
        <p:spPr>
          <a:xfrm>
            <a:off x="742487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ftr" idx="11"/>
          </p:nvPr>
        </p:nvSpPr>
        <p:spPr>
          <a:xfrm>
            <a:off x="3577423" y="7106755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7627338" y="7106755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r">
              <a:spcBef>
                <a:spcPts val="0"/>
              </a:spcBef>
              <a:buNone/>
              <a:defRPr sz="117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1" name="Google Shape;51;p38"/>
          <p:cNvSpPr txBox="1">
            <a:spLocks noGrp="1"/>
          </p:cNvSpPr>
          <p:nvPr>
            <p:ph type="title"/>
          </p:nvPr>
        </p:nvSpPr>
        <p:spPr>
          <a:xfrm>
            <a:off x="742485" y="362610"/>
            <a:ext cx="9314796" cy="505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venir"/>
              <a:buNone/>
              <a:defRPr sz="351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400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FCBA5-33C4-4AE9-9878-37EA44104794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A3FB7-B216-4EF8-83F8-874A7E0A7E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66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anose="020B0604020202020204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in text">
            <a:extLst>
              <a:ext uri="{FF2B5EF4-FFF2-40B4-BE49-F238E27FC236}">
                <a16:creationId xmlns:a16="http://schemas.microsoft.com/office/drawing/2014/main" id="{125DA43A-6E5C-DA92-834F-2813BCA15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8760" y="1631994"/>
            <a:ext cx="4086000" cy="491706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149" tIns="44563" rIns="89149" bIns="44563" rtlCol="0" anchor="t" anchorCtr="0">
            <a:normAutofit/>
          </a:bodyPr>
          <a:lstStyle/>
          <a:p>
            <a:pPr marL="186932" indent="-186932">
              <a:spcBef>
                <a:spcPts val="0"/>
              </a:spcBef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PHsentenceone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186932" indent="-186932">
              <a:spcBef>
                <a:spcPts val="0"/>
              </a:spcBef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PHsentencetwo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186932" indent="-186932">
              <a:spcBef>
                <a:spcPts val="0"/>
              </a:spcBef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PHsentencethree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186932" indent="-186932">
              <a:spcBef>
                <a:spcPts val="0"/>
              </a:spcBef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PHsentencefour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34E078AA-864E-4771-8CD9-8275BB9F19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8400" y="7106400"/>
            <a:ext cx="2430000" cy="408230"/>
          </a:xfrm>
        </p:spPr>
        <p:txBody>
          <a:bodyPr/>
          <a:lstStyle/>
          <a:p>
            <a:pPr defTabSz="996965">
              <a:defRPr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pPr defTabSz="996965">
                <a:defRPr/>
              </a:pPr>
              <a:t>0</a:t>
            </a:fld>
            <a:endParaRPr lang="nl-NL" sz="1200" dirty="0">
              <a:latin typeface="Avenir Book" panose="02000503020000020003" pitchFamily="2" charset="0"/>
            </a:endParaRPr>
          </a:p>
        </p:txBody>
      </p:sp>
      <p:sp>
        <p:nvSpPr>
          <p:cNvPr id="6" name="Upper title">
            <a:extLst>
              <a:ext uri="{FF2B5EF4-FFF2-40B4-BE49-F238E27FC236}">
                <a16:creationId xmlns:a16="http://schemas.microsoft.com/office/drawing/2014/main" id="{2F6B87C2-7293-35DC-4D00-7903648293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65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149" tIns="44563" rIns="89149" bIns="44563" rtlCol="0" anchor="ctr" anchorCtr="0">
            <a:noAutofit/>
          </a:bodyPr>
          <a:lstStyle/>
          <a:p>
            <a:pPr algn="l"/>
            <a:r>
              <a:rPr lang="en-GB" sz="1400" b="0" spc="292" dirty="0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</a:p>
        </p:txBody>
      </p:sp>
      <p:graphicFrame>
        <p:nvGraphicFramePr>
          <p:cNvPr id="12" name="Delivery rate">
            <a:extLst>
              <a:ext uri="{FF2B5EF4-FFF2-40B4-BE49-F238E27FC236}">
                <a16:creationId xmlns:a16="http://schemas.microsoft.com/office/drawing/2014/main" id="{2B1DA8D2-C195-41CA-9A94-0ECD653AD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3299363"/>
              </p:ext>
            </p:extLst>
          </p:nvPr>
        </p:nvGraphicFramePr>
        <p:xfrm>
          <a:off x="3047007" y="1618244"/>
          <a:ext cx="6015994" cy="2511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Response rate">
            <a:extLst>
              <a:ext uri="{FF2B5EF4-FFF2-40B4-BE49-F238E27FC236}">
                <a16:creationId xmlns:a16="http://schemas.microsoft.com/office/drawing/2014/main" id="{0FEE7F58-78ED-7071-4453-34FB473BE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3033946"/>
              </p:ext>
            </p:extLst>
          </p:nvPr>
        </p:nvGraphicFramePr>
        <p:xfrm>
          <a:off x="3551665" y="4143696"/>
          <a:ext cx="5006678" cy="2684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itle">
            <a:extLst>
              <a:ext uri="{FF2B5EF4-FFF2-40B4-BE49-F238E27FC236}">
                <a16:creationId xmlns:a16="http://schemas.microsoft.com/office/drawing/2014/main" id="{EE00854B-6D0D-CF52-01A0-10B4A5191CEE}"/>
              </a:ext>
            </a:extLst>
          </p:cNvPr>
          <p:cNvSpPr txBox="1">
            <a:spLocks/>
          </p:cNvSpPr>
          <p:nvPr/>
        </p:nvSpPr>
        <p:spPr>
          <a:xfrm>
            <a:off x="598477" y="823500"/>
            <a:ext cx="6935232" cy="4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114674">
              <a:defRPr/>
            </a:pPr>
            <a:r>
              <a:rPr lang="en-GB" sz="1789" b="1" dirty="0">
                <a:solidFill>
                  <a:srgbClr val="39364C"/>
                </a:solidFill>
                <a:latin typeface="Avenir Book" panose="02000503020000020003" pitchFamily="2" charset="0"/>
                <a:ea typeface="Avenir Next" charset="0"/>
                <a:cs typeface="Avenir Next" charset="0"/>
              </a:rPr>
              <a:t>- Action title goes here -</a:t>
            </a:r>
          </a:p>
        </p:txBody>
      </p:sp>
      <p:sp>
        <p:nvSpPr>
          <p:cNvPr id="4" name="Chart title: Delivery rate">
            <a:extLst>
              <a:ext uri="{FF2B5EF4-FFF2-40B4-BE49-F238E27FC236}">
                <a16:creationId xmlns:a16="http://schemas.microsoft.com/office/drawing/2014/main" id="{DE3BF521-E78E-3765-E579-8759FCE08822}"/>
              </a:ext>
            </a:extLst>
          </p:cNvPr>
          <p:cNvSpPr txBox="1"/>
          <p:nvPr/>
        </p:nvSpPr>
        <p:spPr>
          <a:xfrm>
            <a:off x="4601486" y="1738608"/>
            <a:ext cx="3170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1200" dirty="0" err="1">
                <a:solidFill>
                  <a:srgbClr val="39364C"/>
                </a:solidFill>
                <a:latin typeface="Avenir Book" panose="02000503020000020003" pitchFamily="2" charset="0"/>
              </a:rPr>
              <a:t>PHtitlevisualtwo</a:t>
            </a:r>
            <a:endParaRPr lang="en-GB" sz="1200" dirty="0">
              <a:latin typeface="Avenir Book" panose="02000503020000020003" pitchFamily="2" charset="0"/>
            </a:endParaRPr>
          </a:p>
        </p:txBody>
      </p:sp>
      <p:sp>
        <p:nvSpPr>
          <p:cNvPr id="9" name="Chart title: Response rate">
            <a:extLst>
              <a:ext uri="{FF2B5EF4-FFF2-40B4-BE49-F238E27FC236}">
                <a16:creationId xmlns:a16="http://schemas.microsoft.com/office/drawing/2014/main" id="{E6483A48-A5F0-4B1C-33CA-867361EB7E54}"/>
              </a:ext>
            </a:extLst>
          </p:cNvPr>
          <p:cNvSpPr txBox="1"/>
          <p:nvPr/>
        </p:nvSpPr>
        <p:spPr>
          <a:xfrm>
            <a:off x="4601486" y="4235572"/>
            <a:ext cx="32277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1200" dirty="0" err="1">
                <a:solidFill>
                  <a:srgbClr val="39364C"/>
                </a:solidFill>
                <a:latin typeface="Avenir Book" panose="02000503020000020003" pitchFamily="2" charset="0"/>
              </a:rPr>
              <a:t>PHtitlevisualthree</a:t>
            </a:r>
            <a:endParaRPr lang="en-GB" sz="1200" dirty="0">
              <a:latin typeface="Avenir Book" panose="02000503020000020003" pitchFamily="2" charset="0"/>
            </a:endParaRPr>
          </a:p>
        </p:txBody>
      </p:sp>
      <p:pic>
        <p:nvPicPr>
          <p:cNvPr id="10" name="AlphaRainbow logo">
            <a:extLst>
              <a:ext uri="{FF2B5EF4-FFF2-40B4-BE49-F238E27FC236}">
                <a16:creationId xmlns:a16="http://schemas.microsoft.com/office/drawing/2014/main" id="{BAA2DEA5-1366-7EED-C33A-B72A3FFC2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27" y="7037311"/>
            <a:ext cx="357146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73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15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Avenir</vt:lpstr>
      <vt:lpstr>Avenir Book</vt:lpstr>
      <vt:lpstr>Calibri</vt:lpstr>
      <vt:lpstr>Office Theme</vt:lpstr>
      <vt:lpstr>PHuppertitle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</dc:creator>
  <cp:lastModifiedBy>Fabian</cp:lastModifiedBy>
  <cp:revision>8</cp:revision>
  <dcterms:created xsi:type="dcterms:W3CDTF">2025-05-19T12:28:19Z</dcterms:created>
  <dcterms:modified xsi:type="dcterms:W3CDTF">2025-05-26T09:58:41Z</dcterms:modified>
</cp:coreProperties>
</file>