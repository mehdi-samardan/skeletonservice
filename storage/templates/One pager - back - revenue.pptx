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</p:sldIdLst>
  <p:sldSz cx="6858000" cy="9698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359"/>
    <a:srgbClr val="9BD79B"/>
    <a:srgbClr val="00FA71"/>
    <a:srgbClr val="FFFFFF"/>
    <a:srgbClr val="66FF99"/>
    <a:srgbClr val="C5FFB4"/>
    <a:srgbClr val="39364C"/>
    <a:srgbClr val="B4C7E7"/>
    <a:srgbClr val="DEEBF7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8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rial Nova" panose="020B0504020202020204" pitchFamily="34" charset="0"/>
                <a:ea typeface="+mn-ea"/>
                <a:cs typeface="+mn-cs"/>
              </a:defRPr>
            </a:pPr>
            <a:r>
              <a:rPr lang="en-US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 </a:t>
            </a:r>
          </a:p>
        </c:rich>
      </c:tx>
      <c:layout>
        <c:manualLayout>
          <c:xMode val="edge"/>
          <c:yMode val="edge"/>
          <c:x val="0.27439746594457792"/>
          <c:y val="6.277536804827103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100" b="0" i="0" u="none" strike="noStrike" kern="1200" spc="0" baseline="0">
              <a:solidFill>
                <a:srgbClr val="1A4359"/>
              </a:solidFill>
              <a:latin typeface="Arial Nova" panose="020B0504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22-470F-80DB-186E866F9FC5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47E-46B7-B710-31F7D973FCE3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22-470F-80DB-186E866F9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3964552506991819E-2"/>
          <c:w val="1"/>
          <c:h val="0.946273483004730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B57-4934-B1EC-109CD0E37A52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B57-4934-B1EC-109CD0E37A52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B57-4934-B1EC-109CD0E37A52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  <c:pt idx="3">
                  <c:v>Total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934-B1EC-109CD0E37A5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2B57-4934-B1EC-109CD0E37A52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2B57-4934-B1EC-109CD0E37A52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2B57-4934-B1EC-109CD0E37A52}"/>
                </c:ext>
              </c:extLst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Blad1!$A$2:$A$5</c:f>
              <c:strCache>
                <c:ptCount val="4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  <c:pt idx="3">
                  <c:v>Total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57-4934-B1EC-109CD0E37A5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74BA-403F-910F-59FC606763D7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4BA-403F-910F-59FC606763D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74BA-403F-910F-59FC606763D7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4BA-403F-910F-59FC606763D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  <c:pt idx="3">
                  <c:v>Total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B57-4934-B1EC-109CD0E37A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1155526192"/>
        <c:axId val="1155519120"/>
      </c:barChart>
      <c:catAx>
        <c:axId val="11555261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643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631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986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524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209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718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63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3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55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152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023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PHtitleofthepager</a:t>
            </a:r>
            <a:endParaRPr lang="nl-NL" sz="1600" dirty="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6" name="Grafiek 5">
            <a:extLst>
              <a:ext uri="{FF2B5EF4-FFF2-40B4-BE49-F238E27FC236}">
                <a16:creationId xmlns:a16="http://schemas.microsoft.com/office/drawing/2014/main" id="{4CCD5B40-A799-4352-9C97-A727DB586A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2318182"/>
              </p:ext>
            </p:extLst>
          </p:nvPr>
        </p:nvGraphicFramePr>
        <p:xfrm>
          <a:off x="4930559" y="705722"/>
          <a:ext cx="1789069" cy="1842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7227151"/>
              </p:ext>
            </p:extLst>
          </p:nvPr>
        </p:nvGraphicFramePr>
        <p:xfrm>
          <a:off x="138372" y="1158133"/>
          <a:ext cx="4550397" cy="146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935"/>
          <a:stretch/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1176070" y="721945"/>
            <a:ext cx="2475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PHnpstitle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685871" rtl="0" eaLnBrk="1" fontAlgn="ctr" latinLnBrk="0" hangingPunct="1"/>
            <a:r>
              <a:rPr lang="en-US" sz="800" u="none" strike="noStrike" kern="1200" dirty="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00" u="none" strike="noStrike" kern="1200" dirty="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>
            <a:cxnSpLocks/>
          </p:cNvCxnSpPr>
          <p:nvPr/>
        </p:nvCxnSpPr>
        <p:spPr>
          <a:xfrm>
            <a:off x="167584" y="2812631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kstvak 1">
            <a:extLst>
              <a:ext uri="{FF2B5EF4-FFF2-40B4-BE49-F238E27FC236}">
                <a16:creationId xmlns:a16="http://schemas.microsoft.com/office/drawing/2014/main" id="{73F17AEF-9696-A9D6-783B-A5792F066B44}"/>
              </a:ext>
            </a:extLst>
          </p:cNvPr>
          <p:cNvSpPr txBox="1"/>
          <p:nvPr/>
        </p:nvSpPr>
        <p:spPr>
          <a:xfrm>
            <a:off x="167585" y="2933139"/>
            <a:ext cx="6522832" cy="1700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100" i="1" dirty="0" err="1">
                <a:solidFill>
                  <a:srgbClr val="1A4359"/>
                </a:solidFill>
                <a:latin typeface="Avenir Medium" panose="02000603020000020003" pitchFamily="2" charset="0"/>
              </a:rPr>
              <a:t>PHrecommendation</a:t>
            </a:r>
            <a:r>
              <a:rPr lang="en-US" sz="1200" i="1" dirty="0">
                <a:solidFill>
                  <a:srgbClr val="1A4359"/>
                </a:solidFill>
                <a:latin typeface="Avenir Medium" panose="02000603020000020003" pitchFamily="2" charset="0"/>
              </a:rPr>
              <a:t>:</a:t>
            </a: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recommendationone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recommendationtwo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recommendationthree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recommendationfour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recommendationfive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recommendationsix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recommendationseven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recommendationeight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D759A504-9A8B-E1CA-9C92-08A91E5A9576}"/>
              </a:ext>
            </a:extLst>
          </p:cNvPr>
          <p:cNvCxnSpPr>
            <a:cxnSpLocks/>
          </p:cNvCxnSpPr>
          <p:nvPr/>
        </p:nvCxnSpPr>
        <p:spPr>
          <a:xfrm>
            <a:off x="4919926" y="911741"/>
            <a:ext cx="0" cy="1678976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4E1483B1-BE14-8951-2140-73E144C00EE8}"/>
              </a:ext>
            </a:extLst>
          </p:cNvPr>
          <p:cNvSpPr txBox="1"/>
          <p:nvPr/>
        </p:nvSpPr>
        <p:spPr>
          <a:xfrm>
            <a:off x="5302895" y="1633087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PHREV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8638C1DE-F99B-B572-933B-32EB420000A3}"/>
              </a:ext>
            </a:extLst>
          </p:cNvPr>
          <p:cNvSpPr txBox="1"/>
          <p:nvPr/>
        </p:nvSpPr>
        <p:spPr>
          <a:xfrm>
            <a:off x="770716" y="1002420"/>
            <a:ext cx="498264" cy="23852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NPS: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68427453-E59D-DA47-154B-4412E4BCCDF2}"/>
              </a:ext>
            </a:extLst>
          </p:cNvPr>
          <p:cNvSpPr txBox="1"/>
          <p:nvPr/>
        </p:nvSpPr>
        <p:spPr>
          <a:xfrm>
            <a:off x="1264372" y="1001423"/>
            <a:ext cx="498264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n: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601600E3-982D-417D-3435-F6DAF64DDD89}"/>
              </a:ext>
            </a:extLst>
          </p:cNvPr>
          <p:cNvSpPr txBox="1"/>
          <p:nvPr/>
        </p:nvSpPr>
        <p:spPr>
          <a:xfrm>
            <a:off x="5041617" y="721944"/>
            <a:ext cx="1524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PHcharttitle</a:t>
            </a:r>
            <a:endParaRPr lang="en-NL" sz="1000" dirty="0">
              <a:latin typeface="Avenir Medium" panose="020006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91427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11966</TotalTime>
  <Words>32</Words>
  <Application>Microsoft Office PowerPoint</Application>
  <PresentationFormat>Aangepast</PresentationFormat>
  <Paragraphs>29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Arial</vt:lpstr>
      <vt:lpstr>Avenir Light</vt:lpstr>
      <vt:lpstr>Avenir Medium</vt:lpstr>
      <vt:lpstr>Calibri</vt:lpstr>
      <vt:lpstr>Calibri Light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Marco Strijker</dc:creator>
  <cp:lastModifiedBy>Marco Strijker</cp:lastModifiedBy>
  <cp:revision>164</cp:revision>
  <dcterms:created xsi:type="dcterms:W3CDTF">2020-08-04T09:12:03Z</dcterms:created>
  <dcterms:modified xsi:type="dcterms:W3CDTF">2024-07-11T11:50:30Z</dcterms:modified>
</cp:coreProperties>
</file>