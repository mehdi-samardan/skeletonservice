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91" d="100"/>
          <a:sy n="91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dirty="0">
                <a:solidFill>
                  <a:srgbClr val="EE7444"/>
                </a:solidFill>
                <a:latin typeface="Avenir Book" panose="02000503020000020003" pitchFamily="2" charset="0"/>
              </a:rPr>
              <a:t>One thing to change</a:t>
            </a: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1800" b="1" i="0" dirty="0">
                <a:solidFill>
                  <a:srgbClr val="39364C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&lt;Zeg iets over de </a:t>
            </a:r>
            <a:r>
              <a:rPr lang="nl-NL" sz="1800" b="1" i="0" dirty="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ottc</a:t>
            </a:r>
            <a:r>
              <a:rPr lang="nl-NL" sz="1800" b="1" i="0" dirty="0">
                <a:solidFill>
                  <a:srgbClr val="39364C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&gt;</a:t>
            </a:r>
            <a:endParaRPr lang="nl-NL" sz="2400" dirty="0">
              <a:solidFill>
                <a:srgbClr val="39364C"/>
              </a:solidFill>
              <a:effectLst/>
            </a:endParaRPr>
          </a:p>
        </p:txBody>
      </p:sp>
      <p:sp>
        <p:nvSpPr>
          <p:cNvPr id="8" name="Google Shape;1285;p13">
            <a:extLst>
              <a:ext uri="{FF2B5EF4-FFF2-40B4-BE49-F238E27FC236}">
                <a16:creationId xmlns:a16="http://schemas.microsoft.com/office/drawing/2014/main" id="{987A0D9B-8144-A7A3-184A-907C91AA6A48}"/>
              </a:ext>
            </a:extLst>
          </p:cNvPr>
          <p:cNvSpPr txBox="1">
            <a:spLocks/>
          </p:cNvSpPr>
          <p:nvPr/>
        </p:nvSpPr>
        <p:spPr>
          <a:xfrm>
            <a:off x="658758" y="1388251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marR="0" indent="0" algn="l" rtl="0">
              <a:spcBef>
                <a:spcPts val="5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Promoters</a:t>
            </a:r>
            <a:r>
              <a:rPr lang="nl-NL" sz="1400" b="0" i="0" dirty="0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latin typeface="Avenir Book" panose="02000503020000020003" pitchFamily="2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Passives</a:t>
            </a:r>
            <a:r>
              <a:rPr lang="nl-NL" sz="1400" b="0" i="0" dirty="0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effectLst/>
              <a:latin typeface="Avenir Book" panose="02000503020000020003" pitchFamily="2" charset="0"/>
            </a:endParaRP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Detractors</a:t>
            </a:r>
            <a:r>
              <a:rPr lang="nl-NL" sz="1400" b="0" i="0" dirty="0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4ACD3569-F5C6-4CEB-895F-FF4FD697B5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5731950-EE28-8096-81BB-C19E5E5B3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34</Words>
  <Application>Microsoft Office PowerPoint</Application>
  <PresentationFormat>Aangepast</PresentationFormat>
  <Paragraphs>17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One thing to change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23</cp:revision>
  <dcterms:created xsi:type="dcterms:W3CDTF">2019-10-18T11:39:41Z</dcterms:created>
  <dcterms:modified xsi:type="dcterms:W3CDTF">2024-09-24T09:11:33Z</dcterms:modified>
</cp:coreProperties>
</file>