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0799763" cy="766762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iu4zi8monFm8P8qm9RZcIGLnBC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364C"/>
    <a:srgbClr val="3F5573"/>
    <a:srgbClr val="2C354E"/>
    <a:srgbClr val="4247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2DFCB8-AEB9-4C52-BBAB-5A2C2984F3B9}">
  <a:tblStyle styleId="{A82DFCB8-AEB9-4C52-BBAB-5A2C2984F3B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88"/>
    <p:restoredTop sz="94721"/>
  </p:normalViewPr>
  <p:slideViewPr>
    <p:cSldViewPr snapToGrid="0">
      <p:cViewPr varScale="1">
        <p:scale>
          <a:sx n="103" d="100"/>
          <a:sy n="103" d="100"/>
        </p:scale>
        <p:origin x="129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37" Type="http://schemas.openxmlformats.org/officeDocument/2006/relationships/tableStyles" Target="tableStyles.xml"/><Relationship Id="rId36" Type="http://schemas.openxmlformats.org/officeDocument/2006/relationships/theme" Target="theme/theme1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nl-N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Inhoud van twee">
  <p:cSld name="3_Inhoud van twee 3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7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97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97"/>
          <p:cNvSpPr txBox="1">
            <a:spLocks noGrp="1"/>
          </p:cNvSpPr>
          <p:nvPr>
            <p:ph type="body" idx="1"/>
          </p:nvPr>
        </p:nvSpPr>
        <p:spPr>
          <a:xfrm>
            <a:off x="716051" y="1219781"/>
            <a:ext cx="8288993" cy="504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1400"/>
              <a:buFont typeface="Arial"/>
              <a:buNone/>
              <a:defRPr sz="125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97"/>
          <p:cNvSpPr txBox="1">
            <a:spLocks noGrp="1"/>
          </p:cNvSpPr>
          <p:nvPr>
            <p:ph type="title"/>
          </p:nvPr>
        </p:nvSpPr>
        <p:spPr>
          <a:xfrm>
            <a:off x="716052" y="364534"/>
            <a:ext cx="82889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7858"/>
              </a:buClr>
              <a:buSzPts val="1600"/>
              <a:buFont typeface="Avenir"/>
              <a:buNone/>
              <a:defRPr sz="1431" b="0" i="0">
                <a:solidFill>
                  <a:srgbClr val="E0785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97"/>
          <p:cNvSpPr txBox="1">
            <a:spLocks noGrp="1"/>
          </p:cNvSpPr>
          <p:nvPr>
            <p:ph type="body" idx="2"/>
          </p:nvPr>
        </p:nvSpPr>
        <p:spPr>
          <a:xfrm>
            <a:off x="716052" y="645450"/>
            <a:ext cx="8288992" cy="343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1789" b="1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97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eldia">
  <p:cSld name="7_Titeldia 2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3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 l="27779" r="17554"/>
          <a:stretch/>
        </p:blipFill>
        <p:spPr>
          <a:xfrm>
            <a:off x="4895986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7" y="1007565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 rotWithShape="1">
          <a:blip r:embed="rId3">
            <a:alphaModFix/>
          </a:blip>
          <a:srcRect r="24458"/>
          <a:stretch/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747" name="Google Shape;747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2330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ekop">
  <p:cSld name="2_Sectiekop"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5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22904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7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62" r:id="rId2"/>
    <p:sldLayoutId id="2147483663" r:id="rId3"/>
    <p:sldLayoutId id="2147483664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86;p13">
            <a:extLst>
              <a:ext uri="{FF2B5EF4-FFF2-40B4-BE49-F238E27FC236}">
                <a16:creationId xmlns:a16="http://schemas.microsoft.com/office/drawing/2014/main" id="{D36E5363-D457-2099-6198-0D92237CF9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8758" y="492857"/>
            <a:ext cx="5556587" cy="39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ctr" anchorCtr="0">
            <a:noAutofit/>
          </a:bodyPr>
          <a:lstStyle/>
          <a:p>
            <a:r>
              <a:rPr lang="en-GB" sz="1300" spc="292" dirty="0" err="1">
                <a:solidFill>
                  <a:srgbClr val="EE7444"/>
                </a:solidFill>
                <a:latin typeface="Avenir Book" panose="02000503020000020003" pitchFamily="2" charset="0"/>
              </a:rPr>
              <a:t>PHuppertitle</a:t>
            </a:r>
            <a:endParaRPr lang="en-GB" sz="1300" spc="292" dirty="0">
              <a:solidFill>
                <a:srgbClr val="EE7444"/>
              </a:solidFill>
              <a:latin typeface="Avenir Book" panose="02000503020000020003" pitchFamily="2" charset="0"/>
            </a:endParaRPr>
          </a:p>
        </p:txBody>
      </p:sp>
      <p:sp>
        <p:nvSpPr>
          <p:cNvPr id="6" name="Google Shape;1287;p13">
            <a:extLst>
              <a:ext uri="{FF2B5EF4-FFF2-40B4-BE49-F238E27FC236}">
                <a16:creationId xmlns:a16="http://schemas.microsoft.com/office/drawing/2014/main" id="{7C46DEC0-E20D-CE14-AE5E-8EF6919CF947}"/>
              </a:ext>
            </a:extLst>
          </p:cNvPr>
          <p:cNvSpPr txBox="1">
            <a:spLocks/>
          </p:cNvSpPr>
          <p:nvPr/>
        </p:nvSpPr>
        <p:spPr>
          <a:xfrm>
            <a:off x="658758" y="799118"/>
            <a:ext cx="7450869" cy="58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" marR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nl-NL" sz="1800" b="1" i="0">
                <a:solidFill>
                  <a:srgbClr val="2C354E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PHtitle</a:t>
            </a:r>
            <a:endParaRPr lang="nl-NL" sz="2400" dirty="0">
              <a:effectLst/>
            </a:endParaRPr>
          </a:p>
        </p:txBody>
      </p:sp>
      <p:sp>
        <p:nvSpPr>
          <p:cNvPr id="8" name="Google Shape;1285;p13">
            <a:extLst>
              <a:ext uri="{FF2B5EF4-FFF2-40B4-BE49-F238E27FC236}">
                <a16:creationId xmlns:a16="http://schemas.microsoft.com/office/drawing/2014/main" id="{826088A8-7D33-15BA-3A70-91097F1B4963}"/>
              </a:ext>
            </a:extLst>
          </p:cNvPr>
          <p:cNvSpPr txBox="1">
            <a:spLocks/>
          </p:cNvSpPr>
          <p:nvPr/>
        </p:nvSpPr>
        <p:spPr>
          <a:xfrm>
            <a:off x="658758" y="1388252"/>
            <a:ext cx="9133828" cy="548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1400"/>
              <a:buFont typeface="Arial"/>
              <a:buNone/>
              <a:defRPr sz="125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rtl="0">
              <a:spcBef>
                <a:spcPts val="500"/>
              </a:spcBef>
              <a:spcAft>
                <a:spcPts val="0"/>
              </a:spcAft>
            </a:pPr>
            <a:r>
              <a:rPr lang="nl-NL" sz="1400" b="0" i="0" dirty="0" err="1">
                <a:solidFill>
                  <a:srgbClr val="92D05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Promoters</a:t>
            </a:r>
            <a:endParaRPr lang="nl-NL" sz="1400" b="0" i="0" dirty="0">
              <a:solidFill>
                <a:srgbClr val="92D050"/>
              </a:solidFill>
              <a:effectLst/>
              <a:latin typeface="Avenir Book" panose="02000503020000020003" pitchFamily="2" charset="0"/>
              <a:ea typeface="Avenir" panose="020B0503020203020204" pitchFamily="34" charset="0"/>
              <a:cs typeface="Avenir" panose="020B0503020203020204" pitchFamily="34" charset="0"/>
            </a:endParaRPr>
          </a:p>
          <a:p>
            <a:pPr marL="285750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</a:p>
          <a:p>
            <a:pPr marL="285750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effectLst/>
                <a:latin typeface="Avenir Book" panose="02000503020000020003" pitchFamily="2" charset="0"/>
              </a:rPr>
              <a:t> </a:t>
            </a:r>
            <a:endParaRPr lang="nl-NL" sz="1400" dirty="0">
              <a:solidFill>
                <a:srgbClr val="39364C"/>
              </a:solidFill>
              <a:latin typeface="Avenir Book" panose="02000503020000020003" pitchFamily="2" charset="0"/>
            </a:endParaRPr>
          </a:p>
          <a:p>
            <a:pPr marL="285750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effectLst/>
                <a:latin typeface="Avenir Book" panose="02000503020000020003" pitchFamily="2" charset="0"/>
              </a:rPr>
              <a:t> </a:t>
            </a:r>
          </a:p>
          <a:p>
            <a:pPr marL="9144" marR="0" indent="0" algn="l" rtl="0">
              <a:spcBef>
                <a:spcPts val="600"/>
              </a:spcBef>
              <a:spcAft>
                <a:spcPts val="0"/>
              </a:spcAft>
            </a:pPr>
            <a:r>
              <a:rPr lang="nl-NL" sz="1400" i="0" dirty="0" err="1">
                <a:solidFill>
                  <a:srgbClr val="FFC00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Pass</a:t>
            </a:r>
            <a:r>
              <a:rPr lang="nl-NL" sz="1400" b="0" i="0" dirty="0" err="1">
                <a:solidFill>
                  <a:srgbClr val="FFC00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ives</a:t>
            </a:r>
            <a:endParaRPr lang="nl-NL" sz="1400" b="0" i="0" dirty="0">
              <a:solidFill>
                <a:srgbClr val="FFC000"/>
              </a:solidFill>
              <a:effectLst/>
              <a:latin typeface="Avenir Book" panose="02000503020000020003" pitchFamily="2" charset="0"/>
              <a:ea typeface="Avenir" panose="020B0503020203020204" pitchFamily="34" charset="0"/>
              <a:cs typeface="Avenir" panose="020B0503020203020204" pitchFamily="34" charset="0"/>
            </a:endParaRP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effectLst/>
                <a:latin typeface="Avenir Book" panose="02000503020000020003" pitchFamily="2" charset="0"/>
              </a:rPr>
              <a:t> 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  <a:endParaRPr lang="nl-NL" sz="1400" dirty="0">
              <a:solidFill>
                <a:srgbClr val="39364C"/>
              </a:solidFill>
              <a:effectLst/>
              <a:latin typeface="Avenir Book" panose="02000503020000020003" pitchFamily="2" charset="0"/>
            </a:endParaRPr>
          </a:p>
          <a:p>
            <a:pPr marL="9144" marR="0" indent="0" algn="l" rtl="0">
              <a:spcBef>
                <a:spcPts val="600"/>
              </a:spcBef>
              <a:spcAft>
                <a:spcPts val="0"/>
              </a:spcAft>
            </a:pPr>
            <a:r>
              <a:rPr lang="nl-NL" sz="1400" b="0" i="0" dirty="0" err="1">
                <a:solidFill>
                  <a:srgbClr val="FF000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Detractors</a:t>
            </a:r>
            <a:endParaRPr lang="nl-NL" sz="1400" b="0" i="0" dirty="0">
              <a:solidFill>
                <a:srgbClr val="FF0000"/>
              </a:solidFill>
              <a:effectLst/>
              <a:latin typeface="Avenir Book" panose="02000503020000020003" pitchFamily="2" charset="0"/>
              <a:ea typeface="Avenir" panose="020B0503020203020204" pitchFamily="34" charset="0"/>
              <a:cs typeface="Avenir" panose="020B0503020203020204" pitchFamily="34" charset="0"/>
            </a:endParaRP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effectLst/>
                <a:latin typeface="Avenir Book" panose="02000503020000020003" pitchFamily="2" charset="0"/>
              </a:rPr>
              <a:t> 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</a:p>
        </p:txBody>
      </p:sp>
      <p:sp>
        <p:nvSpPr>
          <p:cNvPr id="2" name="Tijdelijke aanduiding voor dianummer 2">
            <a:extLst>
              <a:ext uri="{FF2B5EF4-FFF2-40B4-BE49-F238E27FC236}">
                <a16:creationId xmlns:a16="http://schemas.microsoft.com/office/drawing/2014/main" id="{36CF0D36-DE89-608B-E480-7A124D3AAA1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27333" y="7106754"/>
            <a:ext cx="2429947" cy="408230"/>
          </a:xfrm>
        </p:spPr>
        <p:txBody>
          <a:bodyPr/>
          <a:lstStyle/>
          <a:p>
            <a:pPr marL="0" marR="0" lvl="0" indent="0" algn="r" defTabSz="9968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42475B"/>
                </a:solidFill>
                <a:effectLst/>
                <a:uLnTx/>
                <a:uFillTx/>
                <a:latin typeface="Avenir Book" panose="02000503020000020003" pitchFamily="2" charset="0"/>
                <a:sym typeface="Avenir"/>
              </a:rPr>
              <a:pPr marL="0" marR="0" lvl="0" indent="0" algn="r" defTabSz="9968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</a:t>
            </a:fld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42475B"/>
              </a:solidFill>
              <a:effectLst/>
              <a:uLnTx/>
              <a:uFillTx/>
              <a:latin typeface="Avenir Book" panose="02000503020000020003" pitchFamily="2" charset="0"/>
              <a:sym typeface="Avenir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E3308500-1F09-65BD-8B3A-FF5458C99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15</Words>
  <Application>Microsoft Office PowerPoint</Application>
  <PresentationFormat>Aangepast</PresentationFormat>
  <Paragraphs>15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Arial</vt:lpstr>
      <vt:lpstr>Avenir</vt:lpstr>
      <vt:lpstr>Avenir Book</vt:lpstr>
      <vt:lpstr>Calibri</vt:lpstr>
      <vt:lpstr>Kantoorthema</vt:lpstr>
      <vt:lpstr>PHuppertitle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Mulder, M. (Mariska, Student M-BA)</dc:creator>
  <cp:lastModifiedBy>Marco Strijker</cp:lastModifiedBy>
  <cp:revision>26</cp:revision>
  <dcterms:created xsi:type="dcterms:W3CDTF">2019-10-18T11:39:41Z</dcterms:created>
  <dcterms:modified xsi:type="dcterms:W3CDTF">2025-03-21T09:05:46Z</dcterms:modified>
</cp:coreProperties>
</file>