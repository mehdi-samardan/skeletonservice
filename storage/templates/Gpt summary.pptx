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1" r:id="rId1"/>
  </p:sldMasterIdLst>
  <p:notesMasterIdLst>
    <p:notesMasterId r:id="rId3"/>
  </p:notesMasterIdLst>
  <p:sldIdLst>
    <p:sldId id="265" r:id="rId2"/>
  </p:sldIdLst>
  <p:sldSz cx="10799763" cy="76676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D14CC-8CCF-4D66-887E-EB66EC1842E6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726AB-6FA0-471F-9905-AF3D6EAEF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056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oud van twee">
  <p:cSld name="2_Inhoud van twe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7"/>
          <p:cNvSpPr txBox="1">
            <a:spLocks noGrp="1"/>
          </p:cNvSpPr>
          <p:nvPr>
            <p:ph type="dt" idx="10"/>
          </p:nvPr>
        </p:nvSpPr>
        <p:spPr>
          <a:xfrm>
            <a:off x="742485" y="7106755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97"/>
          <p:cNvSpPr txBox="1">
            <a:spLocks noGrp="1"/>
          </p:cNvSpPr>
          <p:nvPr>
            <p:ph type="ftr" idx="11"/>
          </p:nvPr>
        </p:nvSpPr>
        <p:spPr>
          <a:xfrm>
            <a:off x="3577422" y="7106755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7"/>
          <p:cNvSpPr txBox="1">
            <a:spLocks noGrp="1"/>
          </p:cNvSpPr>
          <p:nvPr>
            <p:ph type="body" idx="1"/>
          </p:nvPr>
        </p:nvSpPr>
        <p:spPr>
          <a:xfrm>
            <a:off x="716053" y="1219783"/>
            <a:ext cx="8288993" cy="50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13" lvl="0" indent="-228607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26" lvl="1" indent="-31750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2pPr>
            <a:lvl3pPr marL="1371639" lvl="2" indent="-31750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3pPr>
            <a:lvl4pPr marL="1828853" lvl="3" indent="-31750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4pPr>
            <a:lvl5pPr marL="2286065" lvl="4" indent="-31750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5pPr>
            <a:lvl6pPr marL="2743278" lvl="5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92" lvl="6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04" lvl="7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918" lvl="8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97"/>
          <p:cNvSpPr txBox="1">
            <a:spLocks noGrp="1"/>
          </p:cNvSpPr>
          <p:nvPr>
            <p:ph type="title"/>
          </p:nvPr>
        </p:nvSpPr>
        <p:spPr>
          <a:xfrm>
            <a:off x="716052" y="364536"/>
            <a:ext cx="82889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7858"/>
              </a:buClr>
              <a:buSzPts val="1600"/>
              <a:buFont typeface="Avenir"/>
              <a:buNone/>
              <a:defRPr sz="1431" b="0" i="0">
                <a:solidFill>
                  <a:srgbClr val="E0785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7"/>
          <p:cNvSpPr txBox="1">
            <a:spLocks noGrp="1"/>
          </p:cNvSpPr>
          <p:nvPr>
            <p:ph type="body" idx="2"/>
          </p:nvPr>
        </p:nvSpPr>
        <p:spPr>
          <a:xfrm>
            <a:off x="716052" y="645450"/>
            <a:ext cx="8288992" cy="34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13" lvl="0" indent="-22860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1789" b="1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26" lvl="1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39" lvl="2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53" lvl="3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65" lvl="4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78" lvl="5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92" lvl="6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04" lvl="7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918" lvl="8" indent="-3429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97"/>
          <p:cNvSpPr txBox="1">
            <a:spLocks noGrp="1"/>
          </p:cNvSpPr>
          <p:nvPr>
            <p:ph type="sldNum" idx="12"/>
          </p:nvPr>
        </p:nvSpPr>
        <p:spPr>
          <a:xfrm>
            <a:off x="7627333" y="7106755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0747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6_Titeldia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0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8" y="-3389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9" y="1007567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9" y="4716889"/>
            <a:ext cx="2350308" cy="10871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0297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5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5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3" y="7106755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2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13" lvl="0" indent="-228607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26" lvl="1" indent="-398982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39" lvl="2" indent="-37059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53" lvl="3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65" lvl="4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78" lvl="5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92" lvl="6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704" lvl="7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918" lvl="8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13" lvl="0" indent="-228607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26" lvl="1" indent="-398982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39" lvl="2" indent="-37059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53" lvl="3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65" lvl="4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78" lvl="5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92" lvl="6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704" lvl="7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918" lvl="8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13" lvl="0" indent="-228607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26" lvl="1" indent="-398982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39" lvl="2" indent="-37059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53" lvl="3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65" lvl="4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78" lvl="5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92" lvl="6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704" lvl="7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918" lvl="8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13" lvl="0" indent="-228607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26" lvl="1" indent="-398982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39" lvl="2" indent="-37059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53" lvl="3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65" lvl="4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78" lvl="5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92" lvl="6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704" lvl="7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918" lvl="8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2"/>
            <a:ext cx="5549652" cy="51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13" lvl="0" indent="-228607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26" lvl="1" indent="-398982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39" lvl="2" indent="-37059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53" lvl="3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65" lvl="4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78" lvl="5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92" lvl="6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704" lvl="7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918" lvl="8" indent="-35643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664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1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0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6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2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9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447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4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5" y="7106755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5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3" y="7106755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68291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285;p13">
            <a:extLst>
              <a:ext uri="{FF2B5EF4-FFF2-40B4-BE49-F238E27FC236}">
                <a16:creationId xmlns:a16="http://schemas.microsoft.com/office/drawing/2014/main" id="{405FF54C-2279-0DD4-0CB5-9393159B3504}"/>
              </a:ext>
            </a:extLst>
          </p:cNvPr>
          <p:cNvSpPr txBox="1">
            <a:spLocks/>
          </p:cNvSpPr>
          <p:nvPr/>
        </p:nvSpPr>
        <p:spPr>
          <a:xfrm>
            <a:off x="658759" y="1388254"/>
            <a:ext cx="9133829" cy="548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defTabSz="914426">
              <a:spcBef>
                <a:spcPts val="0"/>
              </a:spcBef>
              <a:buClr>
                <a:srgbClr val="EE7444"/>
              </a:buClr>
            </a:pPr>
            <a:r>
              <a:rPr lang="nl-NL" sz="1400" kern="0" dirty="0" err="1">
                <a:solidFill>
                  <a:srgbClr val="3F5573"/>
                </a:solidFill>
                <a:latin typeface="Avenir Book" charset="0"/>
              </a:rPr>
              <a:t>PHsentenceone</a:t>
            </a:r>
            <a:r>
              <a:rPr lang="nl-NL" sz="1400" kern="0" dirty="0">
                <a:solidFill>
                  <a:srgbClr val="3F5573"/>
                </a:solidFill>
                <a:latin typeface="Avenir Book" charset="0"/>
              </a:rPr>
              <a:t>:</a:t>
            </a:r>
          </a:p>
          <a:p>
            <a:pPr marL="0" indent="0" defTabSz="914426">
              <a:spcBef>
                <a:spcPts val="0"/>
              </a:spcBef>
              <a:buClr>
                <a:srgbClr val="EE7444"/>
              </a:buClr>
            </a:pPr>
            <a:r>
              <a:rPr lang="nl-NL" sz="1400" kern="0" dirty="0" err="1">
                <a:solidFill>
                  <a:srgbClr val="3F5573"/>
                </a:solidFill>
                <a:latin typeface="Avenir Book" charset="0"/>
              </a:rPr>
              <a:t>enumerationtrendscontents</a:t>
            </a:r>
            <a:endParaRPr lang="nl-NL" sz="1400" kern="0" dirty="0">
              <a:solidFill>
                <a:srgbClr val="3F5573"/>
              </a:solidFill>
              <a:latin typeface="Avenir Book" charset="0"/>
            </a:endParaRPr>
          </a:p>
          <a:p>
            <a:pPr marL="0" indent="0" defTabSz="914426">
              <a:spcBef>
                <a:spcPts val="0"/>
              </a:spcBef>
              <a:buClr>
                <a:srgbClr val="EE7444"/>
              </a:buClr>
            </a:pPr>
            <a:endParaRPr lang="nl-NL" sz="1400" kern="0" dirty="0">
              <a:solidFill>
                <a:srgbClr val="3F5573"/>
              </a:solidFill>
              <a:latin typeface="Avenir Book" panose="02000503020000020003" pitchFamily="2" charset="0"/>
            </a:endParaRPr>
          </a:p>
        </p:txBody>
      </p:sp>
      <p:sp>
        <p:nvSpPr>
          <p:cNvPr id="2" name="Tijdelijke aanduiding voor dianummer 2">
            <a:extLst>
              <a:ext uri="{FF2B5EF4-FFF2-40B4-BE49-F238E27FC236}">
                <a16:creationId xmlns:a16="http://schemas.microsoft.com/office/drawing/2014/main" id="{4ACD3569-F5C6-4CEB-895F-FF4FD697B5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27336" y="7106756"/>
            <a:ext cx="2429947" cy="408230"/>
          </a:xfrm>
        </p:spPr>
        <p:txBody>
          <a:bodyPr/>
          <a:lstStyle/>
          <a:p>
            <a:pPr defTabSz="996908">
              <a:buSzTx/>
              <a:defRPr/>
            </a:pPr>
            <a:fld id="{00000000-1234-1234-1234-123412341234}" type="slidenum">
              <a:rPr lang="nl-NL" kern="0">
                <a:latin typeface="Avenir Book" panose="02000503020000020003" pitchFamily="2" charset="0"/>
              </a:rPr>
              <a:pPr defTabSz="996908">
                <a:buSzTx/>
                <a:defRPr/>
              </a:pPr>
              <a:t>0</a:t>
            </a:fld>
            <a:endParaRPr lang="nl-NL" kern="0">
              <a:latin typeface="Avenir Book" panose="02000503020000020003" pitchFamily="2" charset="0"/>
            </a:endParaRPr>
          </a:p>
        </p:txBody>
      </p:sp>
      <p:sp>
        <p:nvSpPr>
          <p:cNvPr id="11" name="Google Shape;1286;p13">
            <a:extLst>
              <a:ext uri="{FF2B5EF4-FFF2-40B4-BE49-F238E27FC236}">
                <a16:creationId xmlns:a16="http://schemas.microsoft.com/office/drawing/2014/main" id="{8A9AA408-3092-53E7-A750-E766C49E0F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760" y="492857"/>
            <a:ext cx="5556587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pPr algn="l"/>
            <a:r>
              <a:rPr lang="en-GB" sz="1400" spc="292" dirty="0" err="1">
                <a:solidFill>
                  <a:srgbClr val="EE7444"/>
                </a:solidFill>
                <a:latin typeface="Avenir Book" panose="02000503020000020003" pitchFamily="2" charset="0"/>
              </a:rPr>
              <a:t>PHuppertitle</a:t>
            </a:r>
            <a:endParaRPr lang="en-GB" sz="1400" spc="292" dirty="0">
              <a:solidFill>
                <a:srgbClr val="EE7444"/>
              </a:solidFill>
              <a:latin typeface="Avenir Book" panose="02000503020000020003" pitchFamily="2" charset="0"/>
            </a:endParaRPr>
          </a:p>
        </p:txBody>
      </p:sp>
      <p:sp>
        <p:nvSpPr>
          <p:cNvPr id="12" name="Google Shape;1287;p13">
            <a:extLst>
              <a:ext uri="{FF2B5EF4-FFF2-40B4-BE49-F238E27FC236}">
                <a16:creationId xmlns:a16="http://schemas.microsoft.com/office/drawing/2014/main" id="{DEAEFC20-4927-9566-BC20-44946A20B48F}"/>
              </a:ext>
            </a:extLst>
          </p:cNvPr>
          <p:cNvSpPr txBox="1">
            <a:spLocks/>
          </p:cNvSpPr>
          <p:nvPr/>
        </p:nvSpPr>
        <p:spPr>
          <a:xfrm>
            <a:off x="658759" y="799118"/>
            <a:ext cx="8971308" cy="74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96908">
              <a:defRPr/>
            </a:pPr>
            <a:r>
              <a:rPr lang="en-GB" sz="1800" b="1" kern="0" dirty="0" err="1">
                <a:solidFill>
                  <a:srgbClr val="3F5573"/>
                </a:solidFill>
                <a:latin typeface="Avenir Book" panose="02000503020000020003" pitchFamily="2" charset="0"/>
                <a:ea typeface="Avenir Next" charset="0"/>
                <a:cs typeface="Avenir Next" charset="0"/>
              </a:rPr>
              <a:t>PHtitle</a:t>
            </a:r>
            <a:endParaRPr lang="en-GB" sz="1800" b="1" kern="0" dirty="0">
              <a:solidFill>
                <a:srgbClr val="3F5573"/>
              </a:solidFill>
              <a:latin typeface="Avenir Book" panose="02000503020000020003" pitchFamily="2" charset="0"/>
              <a:ea typeface="Avenir Next" charset="0"/>
              <a:cs typeface="Avenir Next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C6017C0A-88F0-412F-9BAA-71D595B73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4" y="7037307"/>
            <a:ext cx="357146" cy="316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5635</TotalTime>
  <Words>6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Avenir</vt:lpstr>
      <vt:lpstr>Avenir Book</vt:lpstr>
      <vt:lpstr>Calibri</vt:lpstr>
      <vt:lpstr>Kantoorthema</vt:lpstr>
      <vt:lpstr>PHuppertitle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</dc:creator>
  <cp:lastModifiedBy>Fabian</cp:lastModifiedBy>
  <cp:revision>16</cp:revision>
  <dcterms:created xsi:type="dcterms:W3CDTF">2025-05-14T13:44:21Z</dcterms:created>
  <dcterms:modified xsi:type="dcterms:W3CDTF">2025-05-26T09:11:27Z</dcterms:modified>
</cp:coreProperties>
</file>