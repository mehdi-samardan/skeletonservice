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xlsx" ContentType="application/vnd.openxmlformats-officedocument.spreadsheetml.sheet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  <p:sldMasterId id="2147483684" r:id="rId2"/>
    <p:sldMasterId id="2147483696" r:id="rId3"/>
  </p:sldMasterIdLst>
  <p:sldIdLst>
    <p:sldId id="259" r:id="rId4"/>
    <p:sldId id="262" r:id="rId5"/>
  </p:sldIdLst>
  <p:sldSz cx="6858000" cy="9698038"/>
  <p:notesSz cx="6858000" cy="9144000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slideMaster" Target="slideMasters/slideMaster3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presProps" Target="presProps.xml" /><Relationship Id="rId8" Type="http://schemas.openxmlformats.org/officeDocument/2006/relationships/viewProps" Target="viewProps.xml" /><Relationship Id="rId9" Type="http://schemas.openxmlformats.org/officeDocument/2006/relationships/theme" Target="theme/theme1.xml" /></Relationships>
</file>

<file path=ppt/charts/_rels/chart1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 /><Relationship Id="rId2" Type="http://schemas.microsoft.com/office/2011/relationships/chartColorStyle" Target="colors1.xml" /><Relationship Id="rId3" Type="http://schemas.microsoft.com/office/2011/relationships/chartStyle" Target="style1.xml" /></Relationships>
</file>

<file path=ppt/charts/_rels/chart2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 /><Relationship Id="rId2" Type="http://schemas.microsoft.com/office/2011/relationships/chartColorStyle" Target="colors2.xml" /><Relationship Id="rId3" Type="http://schemas.microsoft.com/office/2011/relationships/chartStyle" Target="style2.xml" /></Relationships>
</file>

<file path=ppt/charts/_rels/chart3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 /><Relationship Id="rId2" Type="http://schemas.microsoft.com/office/2011/relationships/chartColorStyle" Target="colors3.xml" /><Relationship Id="rId3" Type="http://schemas.microsoft.com/office/2011/relationships/chartStyle" Target="style3.xml" /></Relationships>
</file>

<file path=ppt/charts/_rels/chart4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 /><Relationship Id="rId2" Type="http://schemas.microsoft.com/office/2011/relationships/chartColorStyle" Target="colors4.xml" /><Relationship Id="rId3" Type="http://schemas.microsoft.com/office/2011/relationships/chartStyle" Target="style4.xml" /></Relationships>
</file>

<file path=ppt/charts/_rels/chart5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 /><Relationship Id="rId2" Type="http://schemas.microsoft.com/office/2011/relationships/chartColorStyle" Target="colors5.xml" /><Relationship Id="rId3" Type="http://schemas.microsoft.com/office/2011/relationships/chartStyle" Target="style5.xml" /></Relationships>
</file>

<file path=ppt/charts/_rels/chart6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 /><Relationship Id="rId2" Type="http://schemas.microsoft.com/office/2011/relationships/chartColorStyle" Target="colors6.xml" /><Relationship Id="rId3" Type="http://schemas.microsoft.com/office/2011/relationships/chartStyle" Target="style6.xml" /></Relationships>
</file>

<file path=ppt/charts/_rels/chart7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 /></Relationships>
</file>

<file path=ppt/charts/_rels/chart8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 /><Relationship Id="rId2" Type="http://schemas.microsoft.com/office/2011/relationships/chartColorStyle" Target="colors7.xml" /><Relationship Id="rId3" Type="http://schemas.microsoft.com/office/2011/relationships/chartStyle" Target="style7.xml" /></Relationships>
</file>

<file path=ppt/charts/_rels/chart9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 /><Relationship Id="rId2" Type="http://schemas.microsoft.com/office/2011/relationships/chartColorStyle" Target="colors8.xml" /><Relationship Id="rId3" Type="http://schemas.microsoft.com/office/2011/relationships/chartStyle" Target="style8.xml" /></Relationships>
</file>

<file path=ppt/charts/chart1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rgbClr val="1A4359"/>
                </a:solidFill>
                <a:latin typeface="Avenir Medium" panose="02000603020000020003" pitchFamily="2" charset="0"/>
                <a:ea typeface="+mn-ea"/>
                <a:cs typeface="+mn-cs"/>
              </a:defRPr>
            </a:pPr>
            <a:r>
              <a:rPr lang="en-US" sz="1000" b="0" i="0" u="none" strike="noStrike" kern="1200" spc="0" baseline="0">
                <a:solidFill>
                  <a:srgbClr val="1A4359"/>
                </a:solidFill>
                <a:latin typeface="Avenir Medium" panose="02000603020000020003" pitchFamily="2" charset="0"/>
              </a:rPr>
              <a:t>Response rate</a:t>
            </a:r>
          </a:p>
        </c:rich>
      </c:tx>
      <c:layout>
        <c:manualLayout>
          <c:xMode val="edge"/>
          <c:yMode val="edge"/>
          <c:x val="0.21787093579769135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p>
          <a:pPr>
            <a:defRPr sz="1100" b="0" i="0" u="none" strike="noStrike" kern="1200" spc="0" baseline="0" smtId="4294967295">
              <a:solidFill>
                <a:srgbClr val="1A4359"/>
              </a:solidFill>
              <a:latin typeface="Avenir Medium" panose="02000603020000020003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4274269342422485"/>
          <c:y val="0.20162703096866608"/>
          <c:w val="0.6834976673126221"/>
          <c:h val="0.7807241082191467"/>
        </c:manualLayout>
      </c:layout>
      <c:doughnutChart>
        <c:varyColors val="1"/>
        <c:ser>
          <c:idx val="0"/>
          <c:order val="0"/>
          <c:tx>
            <c:strRef>
              <c:f>Blad1!$B$1</c:f>
              <c:strCache>
                <c:ptCount val="1"/>
                <c:pt idx="0">
                  <c:v>Verkoop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</c:spPr>
          <c:dPt>
            <c:idx val="0"/>
            <c:invertIfNegative val="1"/>
            <c:spPr>
              <a:solidFill>
                <a:schemeClr val="accent1"/>
              </a:solidFill>
              <a:ln w="19050">
                <a:noFill/>
              </a:ln>
            </c:spPr>
            <c:extLst>
              <c:ext xmlns:c16="http://schemas.microsoft.com/office/drawing/2014/chart" uri="{C3380CC4-5D6E-409C-BE32-E72D297353CC}">
                <c16:uniqueId val="{00000001-E099-4266-9E19-B1A5B2218D0D}"/>
              </c:ext>
            </c:extLst>
          </c:dPt>
          <c:dPt>
            <c:idx val="1"/>
            <c:invertIfNegative val="1"/>
            <c:spPr>
              <a:solidFill>
                <a:schemeClr val="bg2">
                  <a:lumMod val="90000"/>
                </a:schemeClr>
              </a:solidFill>
              <a:ln w="19050">
                <a:noFill/>
              </a:ln>
            </c:spPr>
            <c:extLst>
              <c:ext xmlns:c16="http://schemas.microsoft.com/office/drawing/2014/chart" uri="{C3380CC4-5D6E-409C-BE32-E72D297353CC}">
                <c16:uniqueId val="{00000003-E099-4266-9E19-B1A5B2218D0D}"/>
              </c:ext>
            </c:extLst>
          </c:dPt>
          <c:dLbls>
            <c:delete val="1"/>
            <c:extLst>
              <c:ext xmlns:c15="http://schemas.microsoft.com/office/drawing/2012/chart" uri="{CE6537A1-D6FC-4f65-9D91-7224C49458BB}">
                <c15:showLeaderLines val="1"/>
                <c15:leaderLines>
                  <c:spPr/>
                </c15:leaderLines>
              </c:ext>
            </c:extLst>
          </c:dLbls>
          <c:cat>
            <c:strRef>
              <c:f>Blad1!$A$2:$A$3</c:f>
              <c:strCache>
                <c:ptCount val="2"/>
                <c:pt idx="0">
                  <c:v>1e kwrt</c:v>
                </c:pt>
                <c:pt idx="1">
                  <c:v>2e kwrt</c:v>
                </c:pt>
              </c:strCache>
            </c:strRef>
          </c:cat>
          <c:val>
            <c:numRef>
              <c:f>Blad1!$B$2:$B$3</c:f>
              <c:numCache>
                <c:formatCode>General</c:formatCode>
                <c:ptCount val="2"/>
                <c:pt idx="0">
                  <c:v>0.3</c:v>
                </c:pt>
                <c:pt idx="1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099-4266-9E19-B1A5B2218D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/>
        <c:holeSize val="8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p>
      <a:pPr>
        <a:defRPr/>
      </a:pPr>
      <a:endParaRPr lang="en-US"/>
    </a:p>
  </c:txPr>
  <c:externalData r:id="rId1">
    <c:autoUpdate val="0"/>
  </c:externalData>
</c:chartSpace>
</file>

<file path=ppt/charts/chart2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rgbClr val="1A4359"/>
                </a:solidFill>
                <a:latin typeface="Avenir Medium" panose="02000603020000020003" pitchFamily="2" charset="0"/>
                <a:ea typeface="+mn-ea"/>
                <a:cs typeface="+mn-cs"/>
              </a:defRPr>
            </a:pPr>
            <a:r>
              <a:rPr lang="en-US" sz="1000" b="0" i="0" u="none" strike="noStrike" kern="1200" spc="0" baseline="0">
                <a:solidFill>
                  <a:srgbClr val="1A4359"/>
                </a:solidFill>
                <a:latin typeface="Avenir Medium" panose="02000603020000020003" pitchFamily="2" charset="0"/>
              </a:rPr>
              <a:t>Delivery rate</a:t>
            </a:r>
          </a:p>
        </c:rich>
      </c:tx>
      <c:layout>
        <c:manualLayout>
          <c:xMode val="edge"/>
          <c:yMode val="edge"/>
          <c:x val="0.24877288937568665"/>
          <c:y val="0.0091647189110517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p>
          <a:pPr>
            <a:defRPr sz="1200" b="0" i="0" u="none" strike="noStrike" kern="1200" spc="0" baseline="0" smtId="4294967295">
              <a:solidFill>
                <a:srgbClr val="1A4359"/>
              </a:solidFill>
              <a:latin typeface="Avenir Medium" panose="02000603020000020003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4274269342422485"/>
          <c:y val="0.20162703096866608"/>
          <c:w val="0.6834976673126221"/>
          <c:h val="0.7807241082191467"/>
        </c:manualLayout>
      </c:layout>
      <c:doughnutChart>
        <c:varyColors val="1"/>
        <c:ser>
          <c:idx val="0"/>
          <c:order val="0"/>
          <c:tx>
            <c:strRef>
              <c:f>Blad1!$B$1</c:f>
              <c:strCache>
                <c:ptCount val="1"/>
                <c:pt idx="0">
                  <c:v>Verkoop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</c:spPr>
          <c:dPt>
            <c:idx val="0"/>
            <c:invertIfNegative val="1"/>
            <c:spPr>
              <a:solidFill>
                <a:schemeClr val="accent1"/>
              </a:solidFill>
              <a:ln w="19050">
                <a:noFill/>
              </a:ln>
            </c:spPr>
            <c:extLst>
              <c:ext xmlns:c16="http://schemas.microsoft.com/office/drawing/2014/chart" uri="{C3380CC4-5D6E-409C-BE32-E72D297353CC}">
                <c16:uniqueId val="{00000001-6B3D-4703-BD27-AFD6549F6F3E}"/>
              </c:ext>
            </c:extLst>
          </c:dPt>
          <c:dPt>
            <c:idx val="1"/>
            <c:invertIfNegative val="1"/>
            <c:spPr>
              <a:solidFill>
                <a:schemeClr val="bg2">
                  <a:lumMod val="90000"/>
                </a:schemeClr>
              </a:solidFill>
              <a:ln w="19050">
                <a:noFill/>
              </a:ln>
            </c:spPr>
            <c:extLst>
              <c:ext xmlns:c16="http://schemas.microsoft.com/office/drawing/2014/chart" uri="{C3380CC4-5D6E-409C-BE32-E72D297353CC}">
                <c16:uniqueId val="{00000003-6B3D-4703-BD27-AFD6549F6F3E}"/>
              </c:ext>
            </c:extLst>
          </c:dPt>
          <c:dLbls>
            <c:delete val="1"/>
            <c:extLst>
              <c:ext xmlns:c15="http://schemas.microsoft.com/office/drawing/2012/chart" uri="{CE6537A1-D6FC-4f65-9D91-7224C49458BB}">
                <c15:showLeaderLines val="1"/>
                <c15:leaderLines>
                  <c:spPr/>
                </c15:leaderLines>
              </c:ext>
            </c:extLst>
          </c:dLbls>
          <c:cat>
            <c:strRef>
              <c:f>Blad1!$A$2:$A$3</c:f>
              <c:strCache>
                <c:ptCount val="2"/>
                <c:pt idx="0">
                  <c:v>1e kwrt</c:v>
                </c:pt>
                <c:pt idx="1">
                  <c:v>2e kwrt</c:v>
                </c:pt>
              </c:strCache>
            </c:strRef>
          </c:cat>
          <c:val>
            <c:numRef>
              <c:f>Blad1!$B$2:$B$3</c:f>
              <c:numCache>
                <c:formatCode>General</c:formatCode>
                <c:ptCount val="2"/>
                <c:pt idx="0">
                  <c:v>0.3</c:v>
                </c:pt>
                <c:pt idx="1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B3D-4703-BD27-AFD6549F6F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/>
        <c:holeSize val="8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p>
      <a:pPr>
        <a:defRPr/>
      </a:pPr>
      <a:endParaRPr lang="en-US"/>
    </a:p>
  </c:txPr>
  <c:externalData r:id="rId1">
    <c:autoUpdate val="0"/>
  </c:externalData>
</c:chartSpace>
</file>

<file path=ppt/charts/chart3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033964551985263824"/>
          <c:w val="1"/>
          <c:h val="0.7465826869010925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Detractors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1"/>
                      <c:h val="0.1764085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98B3-4E91-851C-85F1311F0762}"/>
                </c:ext>
              </c:extLst>
            </c:dLbl>
            <c:dLbl>
              <c:idx val="1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1"/>
                      <c:h val="0.1764085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98B3-4E91-851C-85F1311F0762}"/>
                </c:ext>
              </c:extLst>
            </c:dLbl>
            <c:dLbl>
              <c:idx val="2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1"/>
                      <c:h val="0.1764085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98B3-4E91-851C-85F1311F0762}"/>
                </c:ext>
              </c:extLst>
            </c:dLbl>
            <c:dLbl>
              <c:idx val="3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1"/>
                      <c:h val="0.1764085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98B3-4E91-851C-85F1311F076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noAutofit/>
              </a:bodyPr>
              <a:p>
                <a:pPr>
                  <a:defRPr sz="1000" b="0" i="0" u="none" strike="noStrike" kern="1200" baseline="0" smtId="4294967295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pPr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Wave 1</c:v>
                </c:pt>
                <c:pt idx="1">
                  <c:v>Wave 2</c:v>
                </c:pt>
                <c:pt idx="2">
                  <c:v>Wave 3</c:v>
                </c:pt>
                <c:pt idx="3">
                  <c:v>Wave 4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0.4</c:v>
                </c:pt>
                <c:pt idx="1">
                  <c:v>0.45</c:v>
                </c:pt>
                <c:pt idx="2">
                  <c:v>0.4</c:v>
                </c:pt>
                <c:pt idx="3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8B3-4E91-851C-85F1311F0762}"/>
            </c:ext>
          </c:extLst>
        </c:ser>
        <c:ser>
          <c:idx val="1"/>
          <c:order val="1"/>
          <c:tx>
            <c:strRef>
              <c:f>Blad1!$C$1</c:f>
              <c:strCache>
                <c:ptCount val="1"/>
                <c:pt idx="0">
                  <c:v>Passives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98B3-4E91-851C-85F1311F0762}"/>
                </c:ext>
              </c:extLst>
            </c:dLbl>
            <c:dLbl>
              <c:idx val="1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98B3-4E91-851C-85F1311F0762}"/>
                </c:ext>
              </c:extLst>
            </c:dLbl>
            <c:dLbl>
              <c:idx val="2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98B3-4E91-851C-85F1311F0762}"/>
                </c:ext>
              </c:extLst>
            </c:dLbl>
            <c:dLbl>
              <c:idx val="3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98B3-4E91-851C-85F1311F076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noAutofit/>
              </a:bodyPr>
              <a:p>
                <a:pPr>
                  <a:defRPr sz="1000" b="0" i="0" u="none" strike="noStrike" kern="1200" baseline="0" smtId="429496729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>
                  <a:prstGeom prst="rec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Blad1!$A$2:$A$5</c:f>
              <c:strCache>
                <c:ptCount val="4"/>
                <c:pt idx="0">
                  <c:v>Wave 1</c:v>
                </c:pt>
                <c:pt idx="1">
                  <c:v>Wave 2</c:v>
                </c:pt>
                <c:pt idx="2">
                  <c:v>Wave 3</c:v>
                </c:pt>
                <c:pt idx="3">
                  <c:v>Wave 4</c:v>
                </c:pt>
              </c:strCache>
            </c:strRef>
          </c:cat>
          <c:val>
            <c:numRef>
              <c:f>Blad1!$C$2:$C$5</c:f>
              <c:numCache>
                <c:formatCode>General</c:formatCode>
                <c:ptCount val="4"/>
                <c:pt idx="0">
                  <c:v>0.45</c:v>
                </c:pt>
                <c:pt idx="1">
                  <c:v>0.2</c:v>
                </c:pt>
                <c:pt idx="2">
                  <c:v>0.15</c:v>
                </c:pt>
                <c:pt idx="3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98B3-4E91-851C-85F1311F0762}"/>
            </c:ext>
          </c:extLst>
        </c:ser>
        <c:ser>
          <c:idx val="2"/>
          <c:order val="2"/>
          <c:tx>
            <c:strRef>
              <c:f>Blad1!$D$1</c:f>
              <c:strCache>
                <c:ptCount val="1"/>
                <c:pt idx="0">
                  <c:v>Promoters</c:v>
                </c:pt>
              </c:strCache>
            </c:strRef>
          </c:tx>
          <c:spPr>
            <a:solidFill>
              <a:srgbClr val="00990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/>
              </c:layout>
              <c:numFmt formatCode="0%" sourceLinked="0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98B3-4E91-851C-85F1311F0762}"/>
                </c:ext>
              </c:extLst>
            </c:dLbl>
            <c:dLbl>
              <c:idx val="1"/>
              <c:layout>
                <c:manualLayout/>
              </c:layout>
              <c:numFmt formatCode="0%" sourceLinked="0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B-98B3-4E91-851C-85F1311F0762}"/>
                </c:ext>
              </c:extLst>
            </c:dLbl>
            <c:dLbl>
              <c:idx val="2"/>
              <c:layout>
                <c:manualLayout/>
              </c:layout>
              <c:numFmt formatCode="0%" sourceLinked="0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C-98B3-4E91-851C-85F1311F0762}"/>
                </c:ext>
              </c:extLst>
            </c:dLbl>
            <c:dLbl>
              <c:idx val="3"/>
              <c:layout>
                <c:manualLayout/>
              </c:layout>
              <c:numFmt formatCode="0%" sourceLinked="0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D-98B3-4E91-851C-85F1311F076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p>
                <a:pPr>
                  <a:defRPr sz="1000" b="0" i="0" u="none" strike="noStrike" kern="1200" baseline="0" smtId="4294967295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Wave 1</c:v>
                </c:pt>
                <c:pt idx="1">
                  <c:v>Wave 2</c:v>
                </c:pt>
                <c:pt idx="2">
                  <c:v>Wave 3</c:v>
                </c:pt>
                <c:pt idx="3">
                  <c:v>Wave 4</c:v>
                </c:pt>
              </c:strCache>
            </c:strRef>
          </c:cat>
          <c:val>
            <c:numRef>
              <c:f>Blad1!$D$2:$D$5</c:f>
              <c:numCache>
                <c:formatCode>General</c:formatCode>
                <c:ptCount val="4"/>
                <c:pt idx="0">
                  <c:v>0.15</c:v>
                </c:pt>
                <c:pt idx="1">
                  <c:v>0.35</c:v>
                </c:pt>
                <c:pt idx="2">
                  <c:v>0.45</c:v>
                </c:pt>
                <c:pt idx="3">
                  <c:v>0.45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98B3-4E91-851C-85F1311F07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overlap val="100"/>
        <c:axId val="1155526192"/>
        <c:axId val="1155519120"/>
      </c:barChart>
      <c:catAx>
        <c:axId val="1155526192"/>
        <c:scaling>
          <c:orientation/>
        </c:scaling>
        <c:delete val="0"/>
        <c:axPos val="b"/>
        <c:numFmt formatCode="General" sourceLinked="1"/>
        <c:majorTickMark val="none"/>
        <c:minorTickMark val="none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p>
            <a:pPr>
              <a:defRPr sz="900" b="0" i="0" u="none" strike="noStrike" kern="1200" baseline="0" smtId="4294967295">
                <a:solidFill>
                  <a:srgbClr val="1A4359"/>
                </a:solidFill>
                <a:latin typeface="Avenir Light" panose="020b0402020203020204" pitchFamily="34" charset="0"/>
                <a:ea typeface="+mn-ea"/>
                <a:cs typeface="+mn-cs"/>
              </a:defRPr>
            </a:pPr>
            <a:endParaRPr lang="en-US"/>
          </a:p>
        </c:txPr>
        <c:crossAx val="1155519120"/>
        <c:crosses val="autoZero"/>
        <c:auto val="0"/>
        <c:lblAlgn val="ctr"/>
        <c:lblOffset/>
        <c:noMultiLvlLbl val="0"/>
      </c:catAx>
      <c:valAx>
        <c:axId val="1155519120"/>
        <c:scaling>
          <c:orientation/>
        </c:scaling>
        <c:delete val="1"/>
        <c:axPos val="l"/>
        <c:numFmt formatCode="0%" sourceLinked="1"/>
        <c:majorTickMark val="none"/>
        <c:minorTickMark val="none"/>
        <c:crossAx val="1155526192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p>
      <a:pPr>
        <a:defRPr/>
      </a:pPr>
      <a:endParaRPr lang="en-US"/>
    </a:p>
  </c:txPr>
  <c:externalData r:id="rId1">
    <c:autoUpdate val="0"/>
  </c:externalData>
</c:chartSpace>
</file>

<file path=ppt/charts/chart4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559903919696808"/>
          <c:w val="1"/>
          <c:h val="0.6880192160606384"/>
        </c:manualLayout>
      </c:layout>
      <c:lineChart>
        <c:grouping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NPS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cat>
            <c:strRef>
              <c:f>Blad1!$A$2:$A$5</c:f>
              <c:strCache>
                <c:ptCount val="4"/>
                <c:pt idx="0">
                  <c:v>-25</c:v>
                </c:pt>
                <c:pt idx="1">
                  <c:v>-10 (+15)</c:v>
                </c:pt>
                <c:pt idx="2">
                  <c:v>5 (+15)</c:v>
                </c:pt>
                <c:pt idx="3">
                  <c:v>10 (+5)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F91-440E-9104-58F5177104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1164478464"/>
        <c:axId val="1164478048"/>
      </c:lineChart>
      <c:catAx>
        <c:axId val="1164478464"/>
        <c:scaling>
          <c:orientation/>
        </c:scaling>
        <c:delete val="0"/>
        <c:axPos val="b"/>
        <c:numFmt formatCode="General" sourceLinked="1"/>
        <c:majorTickMark val="out"/>
        <c:minorTickMark val="none"/>
        <c:tickLblPos val="high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p>
            <a:pPr>
              <a:defRPr sz="1100" b="0" i="0" u="none" strike="noStrike" kern="1200" baseline="0" smtId="4294967295">
                <a:solidFill>
                  <a:srgbClr val="1A4359"/>
                </a:solidFill>
                <a:latin typeface="Avenir Medium" panose="02000603020000020003" pitchFamily="2" charset="0"/>
                <a:ea typeface="+mn-ea"/>
                <a:cs typeface="+mn-cs"/>
              </a:defRPr>
            </a:pPr>
            <a:endParaRPr lang="en-US"/>
          </a:p>
        </c:txPr>
        <c:crossAx val="1164478048"/>
        <c:crosses val="autoZero"/>
        <c:auto val="0"/>
        <c:lblAlgn val="ctr"/>
        <c:lblOffset/>
        <c:noMultiLvlLbl val="0"/>
      </c:catAx>
      <c:valAx>
        <c:axId val="1164478048"/>
        <c:scaling>
          <c:orientation/>
        </c:scaling>
        <c:delete val="1"/>
        <c:axPos val="l"/>
        <c:numFmt formatCode="General" sourceLinked="1"/>
        <c:majorTickMark val="out"/>
        <c:minorTickMark val="none"/>
        <c:crossAx val="1164478464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p>
      <a:pPr>
        <a:defRPr smtId="4294967295">
          <a:latin typeface="Arial Nova" panose="020b0504020202020204" pitchFamily="34" charset="0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008903499692678452"/>
          <c:w val="1"/>
          <c:h val="0.991096496582031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Response rate</c:v>
                </c:pt>
              </c:strCache>
            </c:strRef>
          </c:tx>
          <c:spPr>
            <a:solidFill>
              <a:srgbClr val="00990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9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1"/>
                      <c:h val="0.1764085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EA9F-4DD7-A5C1-8D259A7175C1}"/>
                </c:ext>
              </c:extLst>
            </c:dLbl>
            <c:dLbl>
              <c:idx val="1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9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1"/>
                      <c:h val="0.1764085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EA9F-4DD7-A5C1-8D259A7175C1}"/>
                </c:ext>
              </c:extLst>
            </c:dLbl>
            <c:dLbl>
              <c:idx val="2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9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1"/>
                      <c:h val="0.1764085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EA9F-4DD7-A5C1-8D259A7175C1}"/>
                </c:ext>
              </c:extLst>
            </c:dLbl>
            <c:dLbl>
              <c:idx val="3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9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1"/>
                      <c:h val="0.1764085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EA9F-4DD7-A5C1-8D259A7175C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noAutofit/>
              </a:bodyPr>
              <a:p>
                <a:pPr>
                  <a:defRPr sz="900" b="0" i="0" u="none" strike="noStrike" kern="1200" baseline="0" smtId="4294967295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pPr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0.4</c:v>
                </c:pt>
                <c:pt idx="1">
                  <c:v>0.45</c:v>
                </c:pt>
                <c:pt idx="2">
                  <c:v>0.4</c:v>
                </c:pt>
                <c:pt idx="3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A9F-4DD7-A5C1-8D259A7175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/>
        <c:axId val="1155526192"/>
        <c:axId val="1155519120"/>
      </c:barChart>
      <c:catAx>
        <c:axId val="1155526192"/>
        <c:scaling>
          <c:orientation/>
        </c:scaling>
        <c:delete val="0"/>
        <c:axPos val="b"/>
        <c:numFmt formatCode="General" sourceLinked="1"/>
        <c:majorTickMark val="none"/>
        <c:minorTickMark val="none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p>
            <a:pPr>
              <a:defRPr sz="900" b="0" i="0" u="none" strike="noStrike" kern="1200" baseline="0" smtId="4294967295">
                <a:solidFill>
                  <a:srgbClr val="1A4359"/>
                </a:solidFill>
                <a:latin typeface="Avenir Light" panose="020b0402020203020204" pitchFamily="34" charset="0"/>
                <a:ea typeface="+mn-ea"/>
                <a:cs typeface="+mn-cs"/>
              </a:defRPr>
            </a:pPr>
            <a:endParaRPr lang="en-US"/>
          </a:p>
        </c:txPr>
        <c:crossAx val="1155519120"/>
        <c:crosses val="autoZero"/>
        <c:auto val="0"/>
        <c:lblAlgn val="ctr"/>
        <c:lblOffset/>
        <c:noMultiLvlLbl val="0"/>
      </c:catAx>
      <c:valAx>
        <c:axId val="1155519120"/>
        <c:scaling>
          <c:orientation/>
        </c:scaling>
        <c:delete val="1"/>
        <c:axPos val="l"/>
        <c:numFmt formatCode="General" sourceLinked="1"/>
        <c:majorTickMark val="none"/>
        <c:minorTickMark val="none"/>
        <c:crossAx val="1155526192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p>
      <a:pPr>
        <a:defRPr/>
      </a:pPr>
      <a:endParaRPr lang="en-US"/>
    </a:p>
  </c:txPr>
  <c:externalData r:id="rId1">
    <c:autoUpdate val="0"/>
  </c:externalData>
</c:chartSpace>
</file>

<file path=ppt/charts/chart6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008903499692678452"/>
          <c:w val="1"/>
          <c:h val="0.991096496582031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Response rate</c:v>
                </c:pt>
              </c:strCache>
            </c:strRef>
          </c:tx>
          <c:spPr>
            <a:solidFill>
              <a:srgbClr val="00990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9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1"/>
                      <c:h val="0.1764085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31DD-45F3-9814-5E16A728293D}"/>
                </c:ext>
              </c:extLst>
            </c:dLbl>
            <c:dLbl>
              <c:idx val="1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9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1"/>
                      <c:h val="0.1764085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31DD-45F3-9814-5E16A728293D}"/>
                </c:ext>
              </c:extLst>
            </c:dLbl>
            <c:dLbl>
              <c:idx val="2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9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1"/>
                      <c:h val="0.1764085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31DD-45F3-9814-5E16A728293D}"/>
                </c:ext>
              </c:extLst>
            </c:dLbl>
            <c:dLbl>
              <c:idx val="3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9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1"/>
                      <c:h val="0.1764085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31DD-45F3-9814-5E16A728293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noAutofit/>
              </a:bodyPr>
              <a:p>
                <a:pPr>
                  <a:defRPr sz="900" b="0" i="0" u="none" strike="noStrike" kern="1200" baseline="0" smtId="4294967295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pPr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0.4</c:v>
                </c:pt>
                <c:pt idx="1">
                  <c:v>0.45</c:v>
                </c:pt>
                <c:pt idx="2">
                  <c:v>0.4</c:v>
                </c:pt>
                <c:pt idx="3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1DD-45F3-9814-5E16A72829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/>
        <c:axId val="1155526192"/>
        <c:axId val="1155519120"/>
      </c:barChart>
      <c:catAx>
        <c:axId val="1155526192"/>
        <c:scaling>
          <c:orientation/>
        </c:scaling>
        <c:delete val="0"/>
        <c:axPos val="b"/>
        <c:numFmt formatCode="General" sourceLinked="1"/>
        <c:majorTickMark val="none"/>
        <c:minorTickMark val="none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p>
            <a:pPr>
              <a:defRPr sz="900" b="0" i="0" u="none" strike="noStrike" kern="1200" baseline="0" smtId="4294967295">
                <a:solidFill>
                  <a:srgbClr val="1A4359"/>
                </a:solidFill>
                <a:latin typeface="Avenir Light" panose="020b0402020203020204" pitchFamily="34" charset="0"/>
                <a:ea typeface="+mn-ea"/>
                <a:cs typeface="+mn-cs"/>
              </a:defRPr>
            </a:pPr>
            <a:endParaRPr lang="en-US"/>
          </a:p>
        </c:txPr>
        <c:crossAx val="1155519120"/>
        <c:crosses val="autoZero"/>
        <c:auto val="0"/>
        <c:lblAlgn val="ctr"/>
        <c:lblOffset/>
        <c:noMultiLvlLbl val="0"/>
      </c:catAx>
      <c:valAx>
        <c:axId val="1155519120"/>
        <c:scaling>
          <c:orientation/>
        </c:scaling>
        <c:delete val="1"/>
        <c:axPos val="l"/>
        <c:numFmt formatCode="General" sourceLinked="1"/>
        <c:majorTickMark val="none"/>
        <c:minorTickMark val="none"/>
        <c:crossAx val="1155526192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p>
      <a:pPr>
        <a:defRPr/>
      </a:pPr>
      <a:endParaRPr lang="en-US"/>
    </a:p>
  </c:txPr>
  <c:externalData r:id="rId1">
    <c:autoUpdate val="0"/>
  </c:externalData>
</c:chartSpace>
</file>

<file path=ppt/charts/chart7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20370347425341606"/>
          <c:y val="0.023872988298535347"/>
          <c:w val="0.9592593312263489"/>
          <c:h val="0.9611519575119019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Statements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B11-45E6-ACAD-AB8A5D25DE00}"/>
              </c:ext>
            </c:extLst>
          </c:dPt>
          <c:dPt>
            <c:idx val="2"/>
            <c:invertIfNegative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B11-45E6-ACAD-AB8A5D25DE00}"/>
              </c:ext>
            </c:extLst>
          </c:dPt>
          <c:dLbls>
            <c:dLbl>
              <c:idx val="0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2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3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4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5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6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7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8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9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0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1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2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3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4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5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6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7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8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9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p>
                <a:pPr>
                  <a:defRPr sz="900" b="0" i="0" u="none" strike="noStrike" kern="1200" baseline="0" smtId="4294967295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pPr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Blad1!$B$2:$B$21</c:f>
              <c:numCache>
                <c:formatCode>General</c:formatCode>
                <c:ptCount val="20"/>
                <c:pt idx="0">
                  <c:v>2.5</c:v>
                </c:pt>
                <c:pt idx="1">
                  <c:v>2.5</c:v>
                </c:pt>
                <c:pt idx="2">
                  <c:v>2.5</c:v>
                </c:pt>
                <c:pt idx="3">
                  <c:v>2.5</c:v>
                </c:pt>
                <c:pt idx="4">
                  <c:v>2.5</c:v>
                </c:pt>
                <c:pt idx="5">
                  <c:v>2.5</c:v>
                </c:pt>
                <c:pt idx="6">
                  <c:v>2.5</c:v>
                </c:pt>
                <c:pt idx="7">
                  <c:v>2.5</c:v>
                </c:pt>
                <c:pt idx="8">
                  <c:v>2.5</c:v>
                </c:pt>
                <c:pt idx="9">
                  <c:v>2.5</c:v>
                </c:pt>
                <c:pt idx="10">
                  <c:v>2.5</c:v>
                </c:pt>
                <c:pt idx="11">
                  <c:v>2.5</c:v>
                </c:pt>
                <c:pt idx="12">
                  <c:v>2.5</c:v>
                </c:pt>
                <c:pt idx="13">
                  <c:v>2.5</c:v>
                </c:pt>
                <c:pt idx="14">
                  <c:v>2.5</c:v>
                </c:pt>
                <c:pt idx="15">
                  <c:v>2.5</c:v>
                </c:pt>
                <c:pt idx="16">
                  <c:v>2.5</c:v>
                </c:pt>
                <c:pt idx="17">
                  <c:v>2.5</c:v>
                </c:pt>
                <c:pt idx="18">
                  <c:v>2.5</c:v>
                </c:pt>
                <c:pt idx="19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B11-45E6-ACAD-AB8A5D25DE00}"/>
            </c:ext>
          </c:extLst>
        </c:ser>
        <c:ser>
          <c:idx val="1"/>
          <c:order val="1"/>
          <c:tx>
            <c:strRef>
              <c:f>Blad1!$C$1</c:f>
              <c:strCache>
                <c:ptCount val="1"/>
                <c:pt idx="0">
                  <c:v>Wave 1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0B11-45E6-ACAD-AB8A5D25DE00}"/>
              </c:ext>
            </c:extLst>
          </c:dPt>
          <c:dLbls>
            <c:dLbl>
              <c:idx val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2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3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4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5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6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7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8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9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1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2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3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4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5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6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7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8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9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p>
                <a:pPr>
                  <a:defRPr sz="1000" b="0" i="0" u="none" strike="noStrike" kern="1200" baseline="0" smtId="4294967295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Blad1!$C$2:$C$21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0B11-45E6-ACAD-AB8A5D25DE00}"/>
            </c:ext>
          </c:extLst>
        </c:ser>
        <c:ser>
          <c:idx val="2"/>
          <c:order val="2"/>
          <c:tx>
            <c:strRef>
              <c:f>Blad1!$D$1</c:f>
              <c:strCache>
                <c:ptCount val="1"/>
                <c:pt idx="0">
                  <c:v>Wave 2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0B11-45E6-ACAD-AB8A5D25DE00}"/>
              </c:ext>
            </c:extLst>
          </c:dPt>
          <c:dLbls>
            <c:dLbl>
              <c:idx val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2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3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4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5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6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7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8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9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1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2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3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4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5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6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7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8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9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p>
                <a:pPr>
                  <a:defRPr sz="1000" b="0" i="0" u="none" strike="noStrike" kern="1200" baseline="0" smtId="4294967295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Blad1!$D$2:$D$21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B11-45E6-ACAD-AB8A5D25DE00}"/>
            </c:ext>
          </c:extLst>
        </c:ser>
        <c:ser>
          <c:idx val="3"/>
          <c:order val="3"/>
          <c:tx>
            <c:strRef>
              <c:f>Blad1!$E$1</c:f>
              <c:strCache>
                <c:ptCount val="1"/>
                <c:pt idx="0">
                  <c:v>Wave 3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0B11-45E6-ACAD-AB8A5D25DE00}"/>
              </c:ext>
            </c:extLst>
          </c:dPt>
          <c:dLbls>
            <c:dLbl>
              <c:idx val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2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3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4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5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6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7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8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9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1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2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3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4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5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6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7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8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9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p>
                <a:pPr>
                  <a:defRPr sz="1000" b="0" i="0" u="none" strike="noStrike" kern="1200" baseline="0" smtId="4294967295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Blad1!$E$2:$E$21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0B11-45E6-ACAD-AB8A5D25DE00}"/>
            </c:ext>
          </c:extLst>
        </c:ser>
        <c:ser>
          <c:idx val="4"/>
          <c:order val="4"/>
          <c:tx>
            <c:strRef>
              <c:f>Blad1!$F$1</c:f>
              <c:strCache>
                <c:ptCount val="1"/>
                <c:pt idx="0">
                  <c:v>Wave 4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0B11-45E6-ACAD-AB8A5D25DE00}"/>
              </c:ext>
            </c:extLst>
          </c:dPt>
          <c:dLbls>
            <c:dLbl>
              <c:idx val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2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3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4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5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6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7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8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9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1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2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3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4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5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6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7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8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9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p>
                <a:pPr>
                  <a:defRPr sz="1000" b="0" i="0" u="none" strike="noStrike" kern="1200" baseline="0" smtId="4294967295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Blad1!$F$2:$F$21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0B11-45E6-ACAD-AB8A5D25DE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0"/>
        <c:overlap val="100"/>
        <c:axId val="1316758480"/>
        <c:axId val="1316767632"/>
      </c:barChart>
      <c:catAx>
        <c:axId val="1316758480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crossAx val="1316767632"/>
        <c:crossesAt val="0.25"/>
        <c:auto val="0"/>
        <c:lblAlgn val="ctr"/>
        <c:lblOffset/>
        <c:noMultiLvlLbl val="0"/>
      </c:catAx>
      <c:valAx>
        <c:axId val="1316767632"/>
        <c:scaling>
          <c:orientation/>
        </c:scaling>
        <c:delete val="1"/>
        <c:axPos val="t"/>
        <c:numFmt formatCode="0%" sourceLinked="1"/>
        <c:majorTickMark val="out"/>
        <c:minorTickMark val="none"/>
        <c:crossAx val="1316758480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p>
      <a:pPr>
        <a:defRPr/>
      </a:pPr>
      <a:endParaRPr lang="en-US"/>
    </a:p>
  </c:txPr>
  <c:externalData r:id="rId1">
    <c:autoUpdate val="0"/>
  </c:externalData>
</c:chartSpace>
</file>

<file path=ppt/charts/chart8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033964551985263824"/>
          <c:w val="1"/>
          <c:h val="0.7465826869010925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Detractors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1"/>
                      <c:h val="0.1764085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CCAA-4948-A139-05A7915387B8}"/>
                </c:ext>
              </c:extLst>
            </c:dLbl>
            <c:dLbl>
              <c:idx val="1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1"/>
                      <c:h val="0.1764085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CCAA-4948-A139-05A7915387B8}"/>
                </c:ext>
              </c:extLst>
            </c:dLbl>
            <c:dLbl>
              <c:idx val="2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1"/>
                      <c:h val="0.1764085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CCAA-4948-A139-05A7915387B8}"/>
                </c:ext>
              </c:extLst>
            </c:dLbl>
            <c:dLbl>
              <c:idx val="3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1"/>
                      <c:h val="0.1764085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CCAA-4948-A139-05A7915387B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noAutofit/>
              </a:bodyPr>
              <a:p>
                <a:pPr>
                  <a:defRPr sz="1000" b="0" i="0" u="none" strike="noStrike" kern="1200" baseline="0" smtId="4294967295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pPr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Wave 1</c:v>
                </c:pt>
                <c:pt idx="1">
                  <c:v>Wave 2</c:v>
                </c:pt>
                <c:pt idx="2">
                  <c:v>Wave 3</c:v>
                </c:pt>
                <c:pt idx="3">
                  <c:v>Wave 4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0.4</c:v>
                </c:pt>
                <c:pt idx="1">
                  <c:v>0.45</c:v>
                </c:pt>
                <c:pt idx="2">
                  <c:v>0.4</c:v>
                </c:pt>
                <c:pt idx="3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CAA-4948-A139-05A7915387B8}"/>
            </c:ext>
          </c:extLst>
        </c:ser>
        <c:ser>
          <c:idx val="1"/>
          <c:order val="1"/>
          <c:tx>
            <c:strRef>
              <c:f>Blad1!$C$1</c:f>
              <c:strCache>
                <c:ptCount val="1"/>
                <c:pt idx="0">
                  <c:v>Passives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CCAA-4948-A139-05A7915387B8}"/>
                </c:ext>
              </c:extLst>
            </c:dLbl>
            <c:dLbl>
              <c:idx val="1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CCAA-4948-A139-05A7915387B8}"/>
                </c:ext>
              </c:extLst>
            </c:dLbl>
            <c:dLbl>
              <c:idx val="2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CCAA-4948-A139-05A7915387B8}"/>
                </c:ext>
              </c:extLst>
            </c:dLbl>
            <c:dLbl>
              <c:idx val="3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CCAA-4948-A139-05A7915387B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noAutofit/>
              </a:bodyPr>
              <a:p>
                <a:pPr>
                  <a:defRPr sz="1000" b="0" i="0" u="none" strike="noStrike" kern="1200" baseline="0" smtId="429496729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>
                  <a:prstGeom prst="rec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Blad1!$A$2:$A$5</c:f>
              <c:strCache>
                <c:ptCount val="4"/>
                <c:pt idx="0">
                  <c:v>Wave 1</c:v>
                </c:pt>
                <c:pt idx="1">
                  <c:v>Wave 2</c:v>
                </c:pt>
                <c:pt idx="2">
                  <c:v>Wave 3</c:v>
                </c:pt>
                <c:pt idx="3">
                  <c:v>Wave 4</c:v>
                </c:pt>
              </c:strCache>
            </c:strRef>
          </c:cat>
          <c:val>
            <c:numRef>
              <c:f>Blad1!$C$2:$C$5</c:f>
              <c:numCache>
                <c:formatCode>General</c:formatCode>
                <c:ptCount val="4"/>
                <c:pt idx="0">
                  <c:v>0.45</c:v>
                </c:pt>
                <c:pt idx="1">
                  <c:v>0.2</c:v>
                </c:pt>
                <c:pt idx="2">
                  <c:v>0.15</c:v>
                </c:pt>
                <c:pt idx="3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CCAA-4948-A139-05A7915387B8}"/>
            </c:ext>
          </c:extLst>
        </c:ser>
        <c:ser>
          <c:idx val="2"/>
          <c:order val="2"/>
          <c:tx>
            <c:strRef>
              <c:f>Blad1!$D$1</c:f>
              <c:strCache>
                <c:ptCount val="1"/>
                <c:pt idx="0">
                  <c:v>Promoters</c:v>
                </c:pt>
              </c:strCache>
            </c:strRef>
          </c:tx>
          <c:spPr>
            <a:solidFill>
              <a:srgbClr val="00990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/>
              </c:layout>
              <c:numFmt formatCode="0%" sourceLinked="0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CCAA-4948-A139-05A7915387B8}"/>
                </c:ext>
              </c:extLst>
            </c:dLbl>
            <c:dLbl>
              <c:idx val="1"/>
              <c:layout>
                <c:manualLayout/>
              </c:layout>
              <c:numFmt formatCode="0%" sourceLinked="0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B-CCAA-4948-A139-05A7915387B8}"/>
                </c:ext>
              </c:extLst>
            </c:dLbl>
            <c:dLbl>
              <c:idx val="2"/>
              <c:layout>
                <c:manualLayout/>
              </c:layout>
              <c:numFmt formatCode="0%" sourceLinked="0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C-CCAA-4948-A139-05A7915387B8}"/>
                </c:ext>
              </c:extLst>
            </c:dLbl>
            <c:dLbl>
              <c:idx val="3"/>
              <c:layout>
                <c:manualLayout/>
              </c:layout>
              <c:numFmt formatCode="0%" sourceLinked="0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D-CCAA-4948-A139-05A7915387B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p>
                <a:pPr>
                  <a:defRPr sz="1000" b="0" i="0" u="none" strike="noStrike" kern="1200" baseline="0" smtId="4294967295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Wave 1</c:v>
                </c:pt>
                <c:pt idx="1">
                  <c:v>Wave 2</c:v>
                </c:pt>
                <c:pt idx="2">
                  <c:v>Wave 3</c:v>
                </c:pt>
                <c:pt idx="3">
                  <c:v>Wave 4</c:v>
                </c:pt>
              </c:strCache>
            </c:strRef>
          </c:cat>
          <c:val>
            <c:numRef>
              <c:f>Blad1!$D$2:$D$5</c:f>
              <c:numCache>
                <c:formatCode>General</c:formatCode>
                <c:ptCount val="4"/>
                <c:pt idx="0">
                  <c:v>0.15</c:v>
                </c:pt>
                <c:pt idx="1">
                  <c:v>0.35</c:v>
                </c:pt>
                <c:pt idx="2">
                  <c:v>0.45</c:v>
                </c:pt>
                <c:pt idx="3">
                  <c:v>0.45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CCAA-4948-A139-05A7915387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overlap val="100"/>
        <c:axId val="1155526192"/>
        <c:axId val="1155519120"/>
      </c:barChart>
      <c:catAx>
        <c:axId val="1155526192"/>
        <c:scaling>
          <c:orientation/>
        </c:scaling>
        <c:delete val="0"/>
        <c:axPos val="b"/>
        <c:numFmt formatCode="General" sourceLinked="1"/>
        <c:majorTickMark val="none"/>
        <c:minorTickMark val="none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p>
            <a:pPr>
              <a:defRPr sz="900" b="0" i="0" u="none" strike="noStrike" kern="1200" baseline="0" smtId="4294967295">
                <a:solidFill>
                  <a:srgbClr val="1A4359"/>
                </a:solidFill>
                <a:latin typeface="Avenir Light" panose="020b0402020203020204" pitchFamily="34" charset="0"/>
                <a:ea typeface="+mn-ea"/>
                <a:cs typeface="+mn-cs"/>
              </a:defRPr>
            </a:pPr>
            <a:endParaRPr lang="en-US"/>
          </a:p>
        </c:txPr>
        <c:crossAx val="1155519120"/>
        <c:crosses val="autoZero"/>
        <c:auto val="0"/>
        <c:lblAlgn val="ctr"/>
        <c:lblOffset/>
        <c:noMultiLvlLbl val="0"/>
      </c:catAx>
      <c:valAx>
        <c:axId val="1155519120"/>
        <c:scaling>
          <c:orientation/>
        </c:scaling>
        <c:delete val="1"/>
        <c:axPos val="l"/>
        <c:numFmt formatCode="0%" sourceLinked="1"/>
        <c:majorTickMark val="none"/>
        <c:minorTickMark val="none"/>
        <c:crossAx val="1155526192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p>
      <a:pPr>
        <a:defRPr/>
      </a:pPr>
      <a:endParaRPr lang="en-US"/>
    </a:p>
  </c:txPr>
  <c:externalData r:id="rId1">
    <c:autoUpdate val="0"/>
  </c:externalData>
</c:chartSpace>
</file>

<file path=ppt/charts/chart9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559903919696808"/>
          <c:w val="1"/>
          <c:h val="0.6880192160606384"/>
        </c:manualLayout>
      </c:layout>
      <c:lineChart>
        <c:grouping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NPS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cat>
            <c:strRef>
              <c:f>Blad1!$A$2:$A$5</c:f>
              <c:strCache>
                <c:ptCount val="4"/>
                <c:pt idx="0">
                  <c:v>-25</c:v>
                </c:pt>
                <c:pt idx="1">
                  <c:v>-10 (+15)</c:v>
                </c:pt>
                <c:pt idx="2">
                  <c:v>5 (+15)</c:v>
                </c:pt>
                <c:pt idx="3">
                  <c:v>10 (+5)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6D5-4790-89E7-B3125C2465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1164478464"/>
        <c:axId val="1164478048"/>
      </c:lineChart>
      <c:catAx>
        <c:axId val="1164478464"/>
        <c:scaling>
          <c:orientation/>
        </c:scaling>
        <c:delete val="0"/>
        <c:axPos val="b"/>
        <c:numFmt formatCode="General" sourceLinked="1"/>
        <c:majorTickMark val="out"/>
        <c:minorTickMark val="none"/>
        <c:tickLblPos val="high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p>
            <a:pPr>
              <a:defRPr sz="1100" b="0" i="0" u="none" strike="noStrike" kern="1200" baseline="0" smtId="4294967295">
                <a:solidFill>
                  <a:srgbClr val="1A4359"/>
                </a:solidFill>
                <a:latin typeface="Avenir Medium" panose="02000603020000020003" pitchFamily="2" charset="0"/>
                <a:ea typeface="+mn-ea"/>
                <a:cs typeface="+mn-cs"/>
              </a:defRPr>
            </a:pPr>
            <a:endParaRPr lang="en-US"/>
          </a:p>
        </c:txPr>
        <c:crossAx val="1164478048"/>
        <c:crosses val="autoZero"/>
        <c:auto val="0"/>
        <c:lblAlgn val="ctr"/>
        <c:lblOffset/>
        <c:noMultiLvlLbl val="0"/>
      </c:catAx>
      <c:valAx>
        <c:axId val="1164478048"/>
        <c:scaling>
          <c:orientation/>
        </c:scaling>
        <c:delete val="1"/>
        <c:axPos val="l"/>
        <c:numFmt formatCode="General" sourceLinked="1"/>
        <c:majorTickMark val="out"/>
        <c:minorTickMark val="none"/>
        <c:crossAx val="1164478464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p>
      <a:pPr>
        <a:defRPr smtId="4294967295">
          <a:latin typeface="Arial Nova" panose="020b0504020202020204" pitchFamily="34" charset="0"/>
        </a:defRPr>
      </a:pPr>
      <a:endParaRPr lang="en-US"/>
    </a:p>
  </c:txPr>
  <c:externalData r:id="rId1">
    <c:autoUpdate val="0"/>
  </c:externalData>
</c:chartSpace>
</file>

<file path=ppt/charts/colors1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a="http://schemas.openxmlformats.org/drawingml/2006/main" xmlns:r="http://schemas.openxmlformats.org/officeDocument/2006/relationships" xmlns:cs="http://schemas.microsoft.com/office/drawing/2012/chartStyle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a="http://schemas.openxmlformats.org/drawingml/2006/main" xmlns:r="http://schemas.openxmlformats.org/officeDocument/2006/relationships" xmlns:cs="http://schemas.microsoft.com/office/drawing/2012/chartStyle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a="http://schemas.openxmlformats.org/drawingml/2006/main" xmlns:r="http://schemas.openxmlformats.org/officeDocument/2006/relationships" xmlns:cs="http://schemas.microsoft.com/office/drawing/2012/chartStyle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a="http://schemas.openxmlformats.org/drawingml/2006/main" xmlns:r="http://schemas.openxmlformats.org/officeDocument/2006/relationships" xmlns:cs="http://schemas.microsoft.com/office/drawing/2012/chartStyle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a="http://schemas.openxmlformats.org/drawingml/2006/main" xmlns:r="http://schemas.openxmlformats.org/officeDocument/2006/relationships" xmlns:cs="http://schemas.microsoft.com/office/drawing/2012/chartStyle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a="http://schemas.openxmlformats.org/drawingml/2006/main" xmlns:r="http://schemas.openxmlformats.org/officeDocument/2006/relationships" xmlns:cs="http://schemas.microsoft.com/office/drawing/2012/chartStyle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a="http://schemas.openxmlformats.org/drawingml/2006/main" xmlns:r="http://schemas.openxmlformats.org/officeDocument/2006/relationships" xmlns:cs="http://schemas.microsoft.com/office/drawing/2012/chartStyle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a="http://schemas.openxmlformats.org/drawingml/2006/main" xmlns:r="http://schemas.openxmlformats.org/officeDocument/2006/relationships" xmlns:cs="http://schemas.microsoft.com/office/drawing/2012/chartStyle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970F056-1F5F-4FCF-A086-5C3476372E6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3E9C9E5-D792-4430-9A49-9D3182074E15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985EA6E-219F-400B-9365-50F4CD36ED8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D87926AD-379F-4823-8BD9-E8399241C32F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FCFCEBB9-8890-4C0D-AF4D-5BD2807DA01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7FE044F2-6210-4F22-81F8-CD242AA4532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AC996516-B6BE-4498-AA9F-5EF2787F01D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28130F40-322F-418C-92F8-D6F3AFD9B04F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FD21F248-0F3C-41F0-A566-0E99F2A03103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9684602-7CBE-4559-A9B1-23E7D26C396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093738C-AF97-4200-B1D5-3A19584FF86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587156"/>
            <a:ext cx="5829300" cy="3376354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093717"/>
            <a:ext cx="5143500" cy="234144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36" indent="0" algn="ctr">
              <a:buNone/>
              <a:defRPr sz="1500"/>
            </a:lvl2pPr>
            <a:lvl3pPr marL="685871" indent="0" algn="ctr">
              <a:buNone/>
              <a:defRPr sz="1350"/>
            </a:lvl3pPr>
            <a:lvl4pPr marL="1028807" indent="0" algn="ctr">
              <a:buNone/>
              <a:defRPr sz="1201"/>
            </a:lvl4pPr>
            <a:lvl5pPr marL="1371742" indent="0" algn="ctr">
              <a:buNone/>
              <a:defRPr sz="1201"/>
            </a:lvl5pPr>
            <a:lvl6pPr marL="1714677" indent="0" algn="ctr">
              <a:buNone/>
              <a:defRPr sz="1201"/>
            </a:lvl6pPr>
            <a:lvl7pPr marL="2057612" indent="0" algn="ctr">
              <a:buNone/>
              <a:defRPr sz="1201"/>
            </a:lvl7pPr>
            <a:lvl8pPr marL="2400546" indent="0" algn="ctr">
              <a:buNone/>
              <a:defRPr sz="1201"/>
            </a:lvl8pPr>
            <a:lvl9pPr marL="2743483" indent="0" algn="ctr">
              <a:buNone/>
              <a:defRPr sz="1201"/>
            </a:lvl9pPr>
          </a:lstStyle>
          <a:p>
            <a:r>
              <a:rPr lang="nl-NL"/>
              <a:t>Klikken om de ondertitelstijl van het model te bewerken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10-10-2024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776434388"/>
      </p:ext>
    </p:extLst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10-10-2024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1696318154"/>
      </p:ext>
    </p:extLst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20" y="2417777"/>
            <a:ext cx="5915025" cy="403411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20" y="6490058"/>
            <a:ext cx="5915025" cy="2121445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3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71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807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174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4677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761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0546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3483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10-10-2024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3779866988"/>
      </p:ext>
    </p:extLst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581654"/>
            <a:ext cx="2914650" cy="6153316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581654"/>
            <a:ext cx="2914650" cy="6153316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10-10-2024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3135245392"/>
      </p:ext>
    </p:extLst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5" y="516334"/>
            <a:ext cx="5915025" cy="1874506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377367"/>
            <a:ext cx="2901255" cy="11651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36" indent="0">
              <a:buNone/>
              <a:defRPr sz="1500" b="1"/>
            </a:lvl2pPr>
            <a:lvl3pPr marL="685871" indent="0">
              <a:buNone/>
              <a:defRPr sz="1350" b="1"/>
            </a:lvl3pPr>
            <a:lvl4pPr marL="1028807" indent="0">
              <a:buNone/>
              <a:defRPr sz="1201" b="1"/>
            </a:lvl4pPr>
            <a:lvl5pPr marL="1371742" indent="0">
              <a:buNone/>
              <a:defRPr sz="1201" b="1"/>
            </a:lvl5pPr>
            <a:lvl6pPr marL="1714677" indent="0">
              <a:buNone/>
              <a:defRPr sz="1201" b="1"/>
            </a:lvl6pPr>
            <a:lvl7pPr marL="2057612" indent="0">
              <a:buNone/>
              <a:defRPr sz="1201" b="1"/>
            </a:lvl7pPr>
            <a:lvl8pPr marL="2400546" indent="0">
              <a:buNone/>
              <a:defRPr sz="1201" b="1"/>
            </a:lvl8pPr>
            <a:lvl9pPr marL="2743483" indent="0">
              <a:buNone/>
              <a:defRPr sz="1201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542478"/>
            <a:ext cx="2901255" cy="521045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7" y="2377367"/>
            <a:ext cx="2915543" cy="11651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36" indent="0">
              <a:buNone/>
              <a:defRPr sz="1500" b="1"/>
            </a:lvl2pPr>
            <a:lvl3pPr marL="685871" indent="0">
              <a:buNone/>
              <a:defRPr sz="1350" b="1"/>
            </a:lvl3pPr>
            <a:lvl4pPr marL="1028807" indent="0">
              <a:buNone/>
              <a:defRPr sz="1201" b="1"/>
            </a:lvl4pPr>
            <a:lvl5pPr marL="1371742" indent="0">
              <a:buNone/>
              <a:defRPr sz="1201" b="1"/>
            </a:lvl5pPr>
            <a:lvl6pPr marL="1714677" indent="0">
              <a:buNone/>
              <a:defRPr sz="1201" b="1"/>
            </a:lvl6pPr>
            <a:lvl7pPr marL="2057612" indent="0">
              <a:buNone/>
              <a:defRPr sz="1201" b="1"/>
            </a:lvl7pPr>
            <a:lvl8pPr marL="2400546" indent="0">
              <a:buNone/>
              <a:defRPr sz="1201" b="1"/>
            </a:lvl8pPr>
            <a:lvl9pPr marL="2743483" indent="0">
              <a:buNone/>
              <a:defRPr sz="1201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7" y="3542478"/>
            <a:ext cx="2915543" cy="521045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10-10-2024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4022092090"/>
      </p:ext>
    </p:extLst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10-10-2024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2197182812"/>
      </p:ext>
    </p:extLst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10-10-2024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2316374079"/>
      </p:ext>
    </p:extLst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6536"/>
            <a:ext cx="2211884" cy="2262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7" y="1396343"/>
            <a:ext cx="3471863" cy="689189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09411"/>
            <a:ext cx="2211884" cy="5390045"/>
          </a:xfrm>
        </p:spPr>
        <p:txBody>
          <a:bodyPr/>
          <a:lstStyle>
            <a:lvl1pPr marL="0" indent="0">
              <a:buNone/>
              <a:defRPr sz="1201"/>
            </a:lvl1pPr>
            <a:lvl2pPr marL="342936" indent="0">
              <a:buNone/>
              <a:defRPr sz="1051"/>
            </a:lvl2pPr>
            <a:lvl3pPr marL="685871" indent="0">
              <a:buNone/>
              <a:defRPr sz="899"/>
            </a:lvl3pPr>
            <a:lvl4pPr marL="1028807" indent="0">
              <a:buNone/>
              <a:defRPr sz="749"/>
            </a:lvl4pPr>
            <a:lvl5pPr marL="1371742" indent="0">
              <a:buNone/>
              <a:defRPr sz="749"/>
            </a:lvl5pPr>
            <a:lvl6pPr marL="1714677" indent="0">
              <a:buNone/>
              <a:defRPr sz="749"/>
            </a:lvl6pPr>
            <a:lvl7pPr marL="2057612" indent="0">
              <a:buNone/>
              <a:defRPr sz="749"/>
            </a:lvl7pPr>
            <a:lvl8pPr marL="2400546" indent="0">
              <a:buNone/>
              <a:defRPr sz="749"/>
            </a:lvl8pPr>
            <a:lvl9pPr marL="2743483" indent="0">
              <a:buNone/>
              <a:defRPr sz="749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10-10-2024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158393719"/>
      </p:ext>
    </p:extLst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6536"/>
            <a:ext cx="2211884" cy="2262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7" y="1396343"/>
            <a:ext cx="3471863" cy="6891893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36" indent="0">
              <a:buNone/>
              <a:defRPr sz="2100"/>
            </a:lvl2pPr>
            <a:lvl3pPr marL="685871" indent="0">
              <a:buNone/>
              <a:defRPr sz="1800"/>
            </a:lvl3pPr>
            <a:lvl4pPr marL="1028807" indent="0">
              <a:buNone/>
              <a:defRPr sz="1500"/>
            </a:lvl4pPr>
            <a:lvl5pPr marL="1371742" indent="0">
              <a:buNone/>
              <a:defRPr sz="1500"/>
            </a:lvl5pPr>
            <a:lvl6pPr marL="1714677" indent="0">
              <a:buNone/>
              <a:defRPr sz="1500"/>
            </a:lvl6pPr>
            <a:lvl7pPr marL="2057612" indent="0">
              <a:buNone/>
              <a:defRPr sz="1500"/>
            </a:lvl7pPr>
            <a:lvl8pPr marL="2400546" indent="0">
              <a:buNone/>
              <a:defRPr sz="1500"/>
            </a:lvl8pPr>
            <a:lvl9pPr marL="2743483" indent="0">
              <a:buNone/>
              <a:defRPr sz="1500"/>
            </a:lvl9pPr>
          </a:lstStyle>
          <a:p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09411"/>
            <a:ext cx="2211884" cy="5390045"/>
          </a:xfrm>
        </p:spPr>
        <p:txBody>
          <a:bodyPr/>
          <a:lstStyle>
            <a:lvl1pPr marL="0" indent="0">
              <a:buNone/>
              <a:defRPr sz="1201"/>
            </a:lvl1pPr>
            <a:lvl2pPr marL="342936" indent="0">
              <a:buNone/>
              <a:defRPr sz="1051"/>
            </a:lvl2pPr>
            <a:lvl3pPr marL="685871" indent="0">
              <a:buNone/>
              <a:defRPr sz="899"/>
            </a:lvl3pPr>
            <a:lvl4pPr marL="1028807" indent="0">
              <a:buNone/>
              <a:defRPr sz="749"/>
            </a:lvl4pPr>
            <a:lvl5pPr marL="1371742" indent="0">
              <a:buNone/>
              <a:defRPr sz="749"/>
            </a:lvl5pPr>
            <a:lvl6pPr marL="1714677" indent="0">
              <a:buNone/>
              <a:defRPr sz="749"/>
            </a:lvl6pPr>
            <a:lvl7pPr marL="2057612" indent="0">
              <a:buNone/>
              <a:defRPr sz="749"/>
            </a:lvl7pPr>
            <a:lvl8pPr marL="2400546" indent="0">
              <a:buNone/>
              <a:defRPr sz="749"/>
            </a:lvl8pPr>
            <a:lvl9pPr marL="2743483" indent="0">
              <a:buNone/>
              <a:defRPr sz="749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10-10-2024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789551791"/>
      </p:ext>
    </p:extLst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10-10-2024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4101525033"/>
      </p:ext>
    </p:extLst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16332"/>
            <a:ext cx="1478756" cy="8218639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16332"/>
            <a:ext cx="4350544" cy="8218639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10-10-2024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2530232330"/>
      </p:ext>
    </p:extLst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587156"/>
            <a:ext cx="5829300" cy="3376354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093717"/>
            <a:ext cx="5143500" cy="234144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36" indent="0" algn="ctr">
              <a:buNone/>
              <a:defRPr sz="1500"/>
            </a:lvl2pPr>
            <a:lvl3pPr marL="685871" indent="0" algn="ctr">
              <a:buNone/>
              <a:defRPr sz="1350"/>
            </a:lvl3pPr>
            <a:lvl4pPr marL="1028807" indent="0" algn="ctr">
              <a:buNone/>
              <a:defRPr sz="1201"/>
            </a:lvl4pPr>
            <a:lvl5pPr marL="1371742" indent="0" algn="ctr">
              <a:buNone/>
              <a:defRPr sz="1201"/>
            </a:lvl5pPr>
            <a:lvl6pPr marL="1714677" indent="0" algn="ctr">
              <a:buNone/>
              <a:defRPr sz="1201"/>
            </a:lvl6pPr>
            <a:lvl7pPr marL="2057612" indent="0" algn="ctr">
              <a:buNone/>
              <a:defRPr sz="1201"/>
            </a:lvl7pPr>
            <a:lvl8pPr marL="2400546" indent="0" algn="ctr">
              <a:buNone/>
              <a:defRPr sz="1201"/>
            </a:lvl8pPr>
            <a:lvl9pPr marL="2743483" indent="0" algn="ctr">
              <a:buNone/>
              <a:defRPr sz="1201"/>
            </a:lvl9pPr>
          </a:lstStyle>
          <a:p>
            <a:r>
              <a:rPr lang="nl-NL"/>
              <a:t>Klikken om de ondertitelstijl van het model te bewerken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776434388"/>
      </p:ext>
    </p:extLst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1696318154"/>
      </p:ext>
    </p:extLst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20" y="2417777"/>
            <a:ext cx="5915025" cy="403411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20" y="6490058"/>
            <a:ext cx="5915025" cy="2121445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3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71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807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174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4677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761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0546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3483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3779866988"/>
      </p:ext>
    </p:extLst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581654"/>
            <a:ext cx="2914650" cy="6153316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581654"/>
            <a:ext cx="2914650" cy="6153316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3135245392"/>
      </p:ext>
    </p:extLst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5" y="516334"/>
            <a:ext cx="5915025" cy="1874506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377367"/>
            <a:ext cx="2901255" cy="11651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36" indent="0">
              <a:buNone/>
              <a:defRPr sz="1500" b="1"/>
            </a:lvl2pPr>
            <a:lvl3pPr marL="685871" indent="0">
              <a:buNone/>
              <a:defRPr sz="1350" b="1"/>
            </a:lvl3pPr>
            <a:lvl4pPr marL="1028807" indent="0">
              <a:buNone/>
              <a:defRPr sz="1201" b="1"/>
            </a:lvl4pPr>
            <a:lvl5pPr marL="1371742" indent="0">
              <a:buNone/>
              <a:defRPr sz="1201" b="1"/>
            </a:lvl5pPr>
            <a:lvl6pPr marL="1714677" indent="0">
              <a:buNone/>
              <a:defRPr sz="1201" b="1"/>
            </a:lvl6pPr>
            <a:lvl7pPr marL="2057612" indent="0">
              <a:buNone/>
              <a:defRPr sz="1201" b="1"/>
            </a:lvl7pPr>
            <a:lvl8pPr marL="2400546" indent="0">
              <a:buNone/>
              <a:defRPr sz="1201" b="1"/>
            </a:lvl8pPr>
            <a:lvl9pPr marL="2743483" indent="0">
              <a:buNone/>
              <a:defRPr sz="1201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542478"/>
            <a:ext cx="2901255" cy="521045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7" y="2377367"/>
            <a:ext cx="2915543" cy="11651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36" indent="0">
              <a:buNone/>
              <a:defRPr sz="1500" b="1"/>
            </a:lvl2pPr>
            <a:lvl3pPr marL="685871" indent="0">
              <a:buNone/>
              <a:defRPr sz="1350" b="1"/>
            </a:lvl3pPr>
            <a:lvl4pPr marL="1028807" indent="0">
              <a:buNone/>
              <a:defRPr sz="1201" b="1"/>
            </a:lvl4pPr>
            <a:lvl5pPr marL="1371742" indent="0">
              <a:buNone/>
              <a:defRPr sz="1201" b="1"/>
            </a:lvl5pPr>
            <a:lvl6pPr marL="1714677" indent="0">
              <a:buNone/>
              <a:defRPr sz="1201" b="1"/>
            </a:lvl6pPr>
            <a:lvl7pPr marL="2057612" indent="0">
              <a:buNone/>
              <a:defRPr sz="1201" b="1"/>
            </a:lvl7pPr>
            <a:lvl8pPr marL="2400546" indent="0">
              <a:buNone/>
              <a:defRPr sz="1201" b="1"/>
            </a:lvl8pPr>
            <a:lvl9pPr marL="2743483" indent="0">
              <a:buNone/>
              <a:defRPr sz="1201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7" y="3542478"/>
            <a:ext cx="2915543" cy="521045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4022092090"/>
      </p:ext>
    </p:extLst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2197182812"/>
      </p:ext>
    </p:extLst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2316374079"/>
      </p:ext>
    </p:extLst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6536"/>
            <a:ext cx="2211884" cy="2262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7" y="1396343"/>
            <a:ext cx="3471863" cy="689189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09411"/>
            <a:ext cx="2211884" cy="5390045"/>
          </a:xfrm>
        </p:spPr>
        <p:txBody>
          <a:bodyPr/>
          <a:lstStyle>
            <a:lvl1pPr marL="0" indent="0">
              <a:buNone/>
              <a:defRPr sz="1201"/>
            </a:lvl1pPr>
            <a:lvl2pPr marL="342936" indent="0">
              <a:buNone/>
              <a:defRPr sz="1051"/>
            </a:lvl2pPr>
            <a:lvl3pPr marL="685871" indent="0">
              <a:buNone/>
              <a:defRPr sz="899"/>
            </a:lvl3pPr>
            <a:lvl4pPr marL="1028807" indent="0">
              <a:buNone/>
              <a:defRPr sz="749"/>
            </a:lvl4pPr>
            <a:lvl5pPr marL="1371742" indent="0">
              <a:buNone/>
              <a:defRPr sz="749"/>
            </a:lvl5pPr>
            <a:lvl6pPr marL="1714677" indent="0">
              <a:buNone/>
              <a:defRPr sz="749"/>
            </a:lvl6pPr>
            <a:lvl7pPr marL="2057612" indent="0">
              <a:buNone/>
              <a:defRPr sz="749"/>
            </a:lvl7pPr>
            <a:lvl8pPr marL="2400546" indent="0">
              <a:buNone/>
              <a:defRPr sz="749"/>
            </a:lvl8pPr>
            <a:lvl9pPr marL="2743483" indent="0">
              <a:buNone/>
              <a:defRPr sz="749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158393719"/>
      </p:ext>
    </p:extLst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6536"/>
            <a:ext cx="2211884" cy="2262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7" y="1396343"/>
            <a:ext cx="3471863" cy="6891893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36" indent="0">
              <a:buNone/>
              <a:defRPr sz="2100"/>
            </a:lvl2pPr>
            <a:lvl3pPr marL="685871" indent="0">
              <a:buNone/>
              <a:defRPr sz="1800"/>
            </a:lvl3pPr>
            <a:lvl4pPr marL="1028807" indent="0">
              <a:buNone/>
              <a:defRPr sz="1500"/>
            </a:lvl4pPr>
            <a:lvl5pPr marL="1371742" indent="0">
              <a:buNone/>
              <a:defRPr sz="1500"/>
            </a:lvl5pPr>
            <a:lvl6pPr marL="1714677" indent="0">
              <a:buNone/>
              <a:defRPr sz="1500"/>
            </a:lvl6pPr>
            <a:lvl7pPr marL="2057612" indent="0">
              <a:buNone/>
              <a:defRPr sz="1500"/>
            </a:lvl7pPr>
            <a:lvl8pPr marL="2400546" indent="0">
              <a:buNone/>
              <a:defRPr sz="1500"/>
            </a:lvl8pPr>
            <a:lvl9pPr marL="2743483" indent="0">
              <a:buNone/>
              <a:defRPr sz="1500"/>
            </a:lvl9pPr>
          </a:lstStyle>
          <a:p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09411"/>
            <a:ext cx="2211884" cy="5390045"/>
          </a:xfrm>
        </p:spPr>
        <p:txBody>
          <a:bodyPr/>
          <a:lstStyle>
            <a:lvl1pPr marL="0" indent="0">
              <a:buNone/>
              <a:defRPr sz="1201"/>
            </a:lvl1pPr>
            <a:lvl2pPr marL="342936" indent="0">
              <a:buNone/>
              <a:defRPr sz="1051"/>
            </a:lvl2pPr>
            <a:lvl3pPr marL="685871" indent="0">
              <a:buNone/>
              <a:defRPr sz="899"/>
            </a:lvl3pPr>
            <a:lvl4pPr marL="1028807" indent="0">
              <a:buNone/>
              <a:defRPr sz="749"/>
            </a:lvl4pPr>
            <a:lvl5pPr marL="1371742" indent="0">
              <a:buNone/>
              <a:defRPr sz="749"/>
            </a:lvl5pPr>
            <a:lvl6pPr marL="1714677" indent="0">
              <a:buNone/>
              <a:defRPr sz="749"/>
            </a:lvl6pPr>
            <a:lvl7pPr marL="2057612" indent="0">
              <a:buNone/>
              <a:defRPr sz="749"/>
            </a:lvl7pPr>
            <a:lvl8pPr marL="2400546" indent="0">
              <a:buNone/>
              <a:defRPr sz="749"/>
            </a:lvl8pPr>
            <a:lvl9pPr marL="2743483" indent="0">
              <a:buNone/>
              <a:defRPr sz="749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789551791"/>
      </p:ext>
    </p:extLst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4101525033"/>
      </p:ext>
    </p:extLst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16332"/>
            <a:ext cx="1478756" cy="8218639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16332"/>
            <a:ext cx="4350544" cy="8218639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2530232330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10" Type="http://schemas.openxmlformats.org/officeDocument/2006/relationships/slideLayout" Target="../slideLayouts/slideLayout21.xml" /><Relationship Id="rId11" Type="http://schemas.openxmlformats.org/officeDocument/2006/relationships/slideLayout" Target="../slideLayouts/slideLayout22.xml" /><Relationship Id="rId12" Type="http://schemas.openxmlformats.org/officeDocument/2006/relationships/theme" Target="../theme/theme2.xml" /><Relationship Id="rId2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14.xml" /><Relationship Id="rId4" Type="http://schemas.openxmlformats.org/officeDocument/2006/relationships/slideLayout" Target="../slideLayouts/slideLayout15.xml" /><Relationship Id="rId5" Type="http://schemas.openxmlformats.org/officeDocument/2006/relationships/slideLayout" Target="../slideLayouts/slideLayout16.xml" /><Relationship Id="rId6" Type="http://schemas.openxmlformats.org/officeDocument/2006/relationships/slideLayout" Target="../slideLayouts/slideLayout17.xml" /><Relationship Id="rId7" Type="http://schemas.openxmlformats.org/officeDocument/2006/relationships/slideLayout" Target="../slideLayouts/slideLayout18.xml" /><Relationship Id="rId8" Type="http://schemas.openxmlformats.org/officeDocument/2006/relationships/slideLayout" Target="../slideLayouts/slideLayout19.xml" /><Relationship Id="rId9" Type="http://schemas.openxmlformats.org/officeDocument/2006/relationships/slideLayout" Target="../slideLayouts/slideLayout20.xml" /></Relationships>
</file>

<file path=ppt/slideMasters/_rels/slideMaster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 /><Relationship Id="rId10" Type="http://schemas.openxmlformats.org/officeDocument/2006/relationships/slideLayout" Target="../slideLayouts/slideLayout32.xml" /><Relationship Id="rId11" Type="http://schemas.openxmlformats.org/officeDocument/2006/relationships/slideLayout" Target="../slideLayouts/slideLayout33.xml" /><Relationship Id="rId12" Type="http://schemas.openxmlformats.org/officeDocument/2006/relationships/theme" Target="../theme/theme3.xml" /><Relationship Id="rId2" Type="http://schemas.openxmlformats.org/officeDocument/2006/relationships/slideLayout" Target="../slideLayouts/slideLayout24.xml" /><Relationship Id="rId3" Type="http://schemas.openxmlformats.org/officeDocument/2006/relationships/slideLayout" Target="../slideLayouts/slideLayout25.xml" /><Relationship Id="rId4" Type="http://schemas.openxmlformats.org/officeDocument/2006/relationships/slideLayout" Target="../slideLayouts/slideLayout26.xml" /><Relationship Id="rId5" Type="http://schemas.openxmlformats.org/officeDocument/2006/relationships/slideLayout" Target="../slideLayouts/slideLayout27.xml" /><Relationship Id="rId6" Type="http://schemas.openxmlformats.org/officeDocument/2006/relationships/slideLayout" Target="../slideLayouts/slideLayout28.xml" /><Relationship Id="rId7" Type="http://schemas.openxmlformats.org/officeDocument/2006/relationships/slideLayout" Target="../slideLayouts/slideLayout29.xml" /><Relationship Id="rId8" Type="http://schemas.openxmlformats.org/officeDocument/2006/relationships/slideLayout" Target="../slideLayouts/slideLayout30.xml" /><Relationship Id="rId9" Type="http://schemas.openxmlformats.org/officeDocument/2006/relationships/slideLayout" Target="../slideLayouts/slideLayout3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91" y="516334"/>
            <a:ext cx="5915025" cy="187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91" y="2581654"/>
            <a:ext cx="5915025" cy="6153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988649"/>
            <a:ext cx="1543050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8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C490BB0-8C6F-42A9-B2A7-105EFC48CF3D}" type="datetimeFigureOut">
              <a:rPr lang="nl-NL" smtClean="0"/>
              <a:t>10-10-2024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6" y="8988649"/>
            <a:ext cx="2314575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988649"/>
            <a:ext cx="1543050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3444902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/>
  <p:timing/>
  <p:txStyles>
    <p:titleStyle>
      <a:lvl1pPr algn="l" defTabSz="685871" rtl="0" eaLnBrk="1" latinLnBrk="0" hangingPunct="1">
        <a:lnSpc>
          <a:spcPct val="90000"/>
        </a:lnSpc>
        <a:spcBef>
          <a:spcPct val="0"/>
        </a:spcBef>
        <a:buNone/>
        <a:defRPr sz="33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67" indent="-171467" algn="l" defTabSz="685871" rtl="0" eaLnBrk="1" latinLnBrk="0" hangingPunct="1">
        <a:lnSpc>
          <a:spcPct val="90000"/>
        </a:lnSpc>
        <a:spcBef>
          <a:spcPts val="749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403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338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274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210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6144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9080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2016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949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36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71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807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742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677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612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546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483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91" y="516334"/>
            <a:ext cx="5915025" cy="187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91" y="2581654"/>
            <a:ext cx="5915025" cy="6153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988649"/>
            <a:ext cx="1543050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8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C490BB0-8C6F-42A9-B2A7-105EFC48CF3D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6" y="8988649"/>
            <a:ext cx="2314575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988649"/>
            <a:ext cx="1543050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3444902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/>
  <p:timing/>
  <p:txStyles>
    <p:titleStyle>
      <a:lvl1pPr algn="l" defTabSz="685871" rtl="0" eaLnBrk="1" latinLnBrk="0" hangingPunct="1">
        <a:lnSpc>
          <a:spcPct val="90000"/>
        </a:lnSpc>
        <a:spcBef>
          <a:spcPct val="0"/>
        </a:spcBef>
        <a:buNone/>
        <a:defRPr sz="33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67" indent="-171467" algn="l" defTabSz="685871" rtl="0" eaLnBrk="1" latinLnBrk="0" hangingPunct="1">
        <a:lnSpc>
          <a:spcPct val="90000"/>
        </a:lnSpc>
        <a:spcBef>
          <a:spcPts val="749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403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338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274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210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6144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9080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2016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949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36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71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807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742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677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612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546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483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 /><Relationship Id="rId10" Type="http://schemas.openxmlformats.org/officeDocument/2006/relationships/chart" Target="../charts/chart8.xml" /><Relationship Id="rId11" Type="http://schemas.openxmlformats.org/officeDocument/2006/relationships/chart" Target="../charts/chart9.xml" /><Relationship Id="rId2" Type="http://schemas.openxmlformats.org/officeDocument/2006/relationships/image" Target="../media/image1.png" /><Relationship Id="rId3" Type="http://schemas.openxmlformats.org/officeDocument/2006/relationships/chart" Target="../charts/chart1.xml" /><Relationship Id="rId4" Type="http://schemas.openxmlformats.org/officeDocument/2006/relationships/chart" Target="../charts/chart2.xml" /><Relationship Id="rId5" Type="http://schemas.openxmlformats.org/officeDocument/2006/relationships/chart" Target="../charts/chart3.xml" /><Relationship Id="rId6" Type="http://schemas.openxmlformats.org/officeDocument/2006/relationships/chart" Target="../charts/chart4.xml" /><Relationship Id="rId7" Type="http://schemas.openxmlformats.org/officeDocument/2006/relationships/chart" Target="../charts/chart5.xml" /><Relationship Id="rId8" Type="http://schemas.openxmlformats.org/officeDocument/2006/relationships/chart" Target="../charts/chart6.xml" /><Relationship Id="rId9" Type="http://schemas.openxmlformats.org/officeDocument/2006/relationships/chart" Target="../charts/chart7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4.xml" /><Relationship Id="rId2" Type="http://schemas.openxmlformats.org/officeDocument/2006/relationships/image" Target="../media/image1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D9414059-C302-4E04-8B8A-5369D020E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585215"/>
          </a:xfrm>
          <a:prstGeom prst="rect">
            <a:avLst/>
          </a:prstGeom>
        </p:spPr>
      </p:pic>
      <p:sp>
        <p:nvSpPr>
          <p:cNvPr id="5" name="Tekstvak 4">
            <a:extLst>
              <a:ext uri="{FF2B5EF4-FFF2-40B4-BE49-F238E27FC236}">
                <a16:creationId xmlns:a16="http://schemas.microsoft.com/office/drawing/2014/main" id="{A97AB787-C38B-4168-B8D0-02DD95289355}"/>
              </a:ext>
            </a:extLst>
          </p:cNvPr>
          <p:cNvSpPr txBox="1"/>
          <p:nvPr/>
        </p:nvSpPr>
        <p:spPr>
          <a:xfrm>
            <a:off x="639000" y="0"/>
            <a:ext cx="558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i="0" u="none" strike="noStrike">
                <a:solidFill>
                  <a:schemeClr val="bg1"/>
                </a:solidFill>
                <a:effectLst/>
                <a:latin typeface="Avenir Medium" panose="02000603020000020003" pitchFamily="2" charset="0"/>
              </a:rPr>
              <a:t> PHtitleofthepager</a:t>
            </a:r>
            <a:endParaRPr lang="nl-NL" sz="1600">
              <a:solidFill>
                <a:schemeClr val="bg1"/>
              </a:solidFill>
              <a:latin typeface="Avenir Medium" panose="02000603020000020003" pitchFamily="2" charset="0"/>
            </a:endParaRP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D06E8CC0-9A5A-462E-8E71-7FD962F58072}"/>
              </a:ext>
            </a:extLst>
          </p:cNvPr>
          <p:cNvSpPr txBox="1"/>
          <p:nvPr/>
        </p:nvSpPr>
        <p:spPr>
          <a:xfrm>
            <a:off x="756887" y="631222"/>
            <a:ext cx="11071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NL" sz="1000">
                <a:solidFill>
                  <a:srgbClr val="1A4359"/>
                </a:solidFill>
                <a:latin typeface="Avenir Light" panose="020b0402020203020204" pitchFamily="34" charset="0"/>
              </a:rPr>
              <a:t>#Responded:</a:t>
            </a:r>
          </a:p>
          <a:p>
            <a:pPr algn="ctr"/>
            <a:r>
              <a:rPr lang="en-US" sz="1100">
                <a:solidFill>
                  <a:srgbClr val="1A4359"/>
                </a:solidFill>
                <a:latin typeface="Avenir Medium" panose="02000603020000020003" pitchFamily="2" charset="0"/>
              </a:rPr>
              <a:t>PHVXX</a:t>
            </a:r>
            <a:endParaRPr lang="en-US" sz="120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E0BFE576-33DB-4E89-A84A-8AE930A256C7}"/>
              </a:ext>
            </a:extLst>
          </p:cNvPr>
          <p:cNvSpPr txBox="1"/>
          <p:nvPr/>
        </p:nvSpPr>
        <p:spPr>
          <a:xfrm>
            <a:off x="2875402" y="619506"/>
            <a:ext cx="1107196" cy="407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NL" sz="950">
                <a:solidFill>
                  <a:srgbClr val="1A4359"/>
                </a:solidFill>
                <a:latin typeface="Avenir Light" panose="020b0402020203020204" pitchFamily="34" charset="0"/>
              </a:rPr>
              <a:t>#Invited:</a:t>
            </a:r>
          </a:p>
          <a:p>
            <a:pPr algn="ctr"/>
            <a:r>
              <a:rPr lang="en-US" sz="1100">
                <a:solidFill>
                  <a:srgbClr val="1A4359"/>
                </a:solidFill>
                <a:latin typeface="Avenir Medium" panose="02000603020000020003" pitchFamily="2" charset="0"/>
              </a:rPr>
              <a:t>PHVXY</a:t>
            </a:r>
            <a:endParaRPr lang="en-US" sz="120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graphicFrame>
        <p:nvGraphicFramePr>
          <p:cNvPr id="16" name="Grafiek 15">
            <a:extLst>
              <a:ext uri="{FF2B5EF4-FFF2-40B4-BE49-F238E27FC236}">
                <a16:creationId xmlns:a16="http://schemas.microsoft.com/office/drawing/2014/main" id="{D9AF64AC-1F1A-4F78-97F1-05BCF8C0FD51}"/>
              </a:ext>
            </a:extLst>
          </p:cNvPr>
          <p:cNvGraphicFramePr/>
          <p:nvPr>
            <p:extLst>
              <p:ext uri="{D42A27DB-BD31-4B8C-83A1-F6EECF244321}">
                <p14:modId val="511963730"/>
              </p:ext>
            </p:extLst>
          </p:nvPr>
        </p:nvGraphicFramePr>
        <p:xfrm>
          <a:off x="1771061" y="1163069"/>
          <a:ext cx="1643909" cy="138574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7" name="Tekstvak 16">
            <a:extLst>
              <a:ext uri="{FF2B5EF4-FFF2-40B4-BE49-F238E27FC236}">
                <a16:creationId xmlns:a16="http://schemas.microsoft.com/office/drawing/2014/main" id="{CDB28205-448E-4997-AFCB-CAF1EF3D9E46}"/>
              </a:ext>
            </a:extLst>
          </p:cNvPr>
          <p:cNvSpPr txBox="1"/>
          <p:nvPr/>
        </p:nvSpPr>
        <p:spPr>
          <a:xfrm>
            <a:off x="2070817" y="1838396"/>
            <a:ext cx="1001864" cy="2862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nl-NL" sz="1100">
                <a:solidFill>
                  <a:srgbClr val="1A4359"/>
                </a:solidFill>
                <a:latin typeface="Avenir Medium" panose="02000603020000020003" pitchFamily="2" charset="0"/>
              </a:rPr>
              <a:t>PHZXX</a:t>
            </a:r>
            <a:endParaRPr lang="en-US" sz="110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graphicFrame>
        <p:nvGraphicFramePr>
          <p:cNvPr id="19" name="Grafiek 18">
            <a:extLst>
              <a:ext uri="{FF2B5EF4-FFF2-40B4-BE49-F238E27FC236}">
                <a16:creationId xmlns:a16="http://schemas.microsoft.com/office/drawing/2014/main" id="{02182651-8A78-4EB4-9877-D8BB941007E9}"/>
              </a:ext>
            </a:extLst>
          </p:cNvPr>
          <p:cNvGraphicFramePr/>
          <p:nvPr>
            <p:extLst>
              <p:ext uri="{D42A27DB-BD31-4B8C-83A1-F6EECF244321}">
                <p14:modId val="3952049355"/>
              </p:ext>
            </p:extLst>
          </p:nvPr>
        </p:nvGraphicFramePr>
        <p:xfrm>
          <a:off x="3438754" y="1165098"/>
          <a:ext cx="1643909" cy="1385749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0" name="Tekstvak 19">
            <a:extLst>
              <a:ext uri="{FF2B5EF4-FFF2-40B4-BE49-F238E27FC236}">
                <a16:creationId xmlns:a16="http://schemas.microsoft.com/office/drawing/2014/main" id="{3AD23A8C-F146-4710-9CB7-D5160AFC080D}"/>
              </a:ext>
            </a:extLst>
          </p:cNvPr>
          <p:cNvSpPr txBox="1"/>
          <p:nvPr/>
        </p:nvSpPr>
        <p:spPr>
          <a:xfrm>
            <a:off x="3738510" y="1840426"/>
            <a:ext cx="1001864" cy="2862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nl-NL" sz="1100">
                <a:solidFill>
                  <a:srgbClr val="1A4359"/>
                </a:solidFill>
                <a:latin typeface="Avenir Medium" panose="02000603020000020003" pitchFamily="2" charset="0"/>
              </a:rPr>
              <a:t>PHZYX</a:t>
            </a:r>
            <a:endParaRPr lang="en-US" sz="120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sp>
        <p:nvSpPr>
          <p:cNvPr id="25" name="Tekstvak 24">
            <a:extLst>
              <a:ext uri="{FF2B5EF4-FFF2-40B4-BE49-F238E27FC236}">
                <a16:creationId xmlns:a16="http://schemas.microsoft.com/office/drawing/2014/main" id="{88187179-5155-4686-A544-A28A03D8AB3D}"/>
              </a:ext>
            </a:extLst>
          </p:cNvPr>
          <p:cNvSpPr txBox="1"/>
          <p:nvPr/>
        </p:nvSpPr>
        <p:spPr>
          <a:xfrm>
            <a:off x="4993917" y="621767"/>
            <a:ext cx="1107196" cy="407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NL" sz="950">
                <a:solidFill>
                  <a:srgbClr val="1A4359"/>
                </a:solidFill>
                <a:latin typeface="Avenir Light" panose="020b0402020203020204" pitchFamily="34" charset="0"/>
              </a:rPr>
              <a:t>#Contacts:</a:t>
            </a:r>
          </a:p>
          <a:p>
            <a:pPr algn="ctr"/>
            <a:r>
              <a:rPr lang="en-US" sz="1100">
                <a:solidFill>
                  <a:srgbClr val="1A4359"/>
                </a:solidFill>
                <a:latin typeface="Avenir Medium" panose="02000603020000020003" pitchFamily="2" charset="0"/>
              </a:rPr>
              <a:t>PHVXZ</a:t>
            </a:r>
            <a:endParaRPr lang="en-US" sz="120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graphicFrame>
        <p:nvGraphicFramePr>
          <p:cNvPr id="7" name="Grafiek 6">
            <a:extLst>
              <a:ext uri="{FF2B5EF4-FFF2-40B4-BE49-F238E27FC236}">
                <a16:creationId xmlns:a16="http://schemas.microsoft.com/office/drawing/2014/main" id="{B325170B-D4C7-63C3-DC0E-8552AE522063}"/>
              </a:ext>
            </a:extLst>
          </p:cNvPr>
          <p:cNvGraphicFramePr/>
          <p:nvPr>
            <p:extLst>
              <p:ext uri="{D42A27DB-BD31-4B8C-83A1-F6EECF244321}">
                <p14:modId val="83480759"/>
              </p:ext>
            </p:extLst>
          </p:nvPr>
        </p:nvGraphicFramePr>
        <p:xfrm>
          <a:off x="202137" y="3908916"/>
          <a:ext cx="3210242" cy="146276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9" name="Tekstvak 8">
            <a:extLst>
              <a:ext uri="{FF2B5EF4-FFF2-40B4-BE49-F238E27FC236}">
                <a16:creationId xmlns:a16="http://schemas.microsoft.com/office/drawing/2014/main" id="{A36DAEAB-C47A-6FA3-4883-D15D0CA3D73E}"/>
              </a:ext>
            </a:extLst>
          </p:cNvPr>
          <p:cNvSpPr txBox="1"/>
          <p:nvPr/>
        </p:nvSpPr>
        <p:spPr>
          <a:xfrm>
            <a:off x="910033" y="3344354"/>
            <a:ext cx="18085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NL" sz="1000">
                <a:solidFill>
                  <a:srgbClr val="1A4359"/>
                </a:solidFill>
                <a:latin typeface="Avenir Medium" panose="02000603020000020003" pitchFamily="2" charset="0"/>
              </a:rPr>
              <a:t>Net Promoter Scores</a:t>
            </a:r>
            <a:endParaRPr lang="en-US" sz="100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graphicFrame>
        <p:nvGraphicFramePr>
          <p:cNvPr id="8" name="Grafiek 7">
            <a:extLst>
              <a:ext uri="{FF2B5EF4-FFF2-40B4-BE49-F238E27FC236}">
                <a16:creationId xmlns:a16="http://schemas.microsoft.com/office/drawing/2014/main" id="{5A54B5C3-A083-C7FF-0105-5CCCF65BE89E}"/>
              </a:ext>
            </a:extLst>
          </p:cNvPr>
          <p:cNvGraphicFramePr/>
          <p:nvPr>
            <p:extLst>
              <p:ext uri="{D42A27DB-BD31-4B8C-83A1-F6EECF244321}">
                <p14:modId val="2998072549"/>
              </p:ext>
            </p:extLst>
          </p:nvPr>
        </p:nvGraphicFramePr>
        <p:xfrm>
          <a:off x="203374" y="3669799"/>
          <a:ext cx="3207769" cy="291371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46" name="Grafiek 45">
            <a:extLst>
              <a:ext uri="{FF2B5EF4-FFF2-40B4-BE49-F238E27FC236}">
                <a16:creationId xmlns:a16="http://schemas.microsoft.com/office/drawing/2014/main" id="{C19D9A23-11F5-431B-AEC7-9CA6056EA6CD}"/>
              </a:ext>
            </a:extLst>
          </p:cNvPr>
          <p:cNvGraphicFramePr/>
          <p:nvPr>
            <p:extLst>
              <p:ext uri="{D42A27DB-BD31-4B8C-83A1-F6EECF244321}">
                <p14:modId val="3756882687"/>
              </p:ext>
            </p:extLst>
          </p:nvPr>
        </p:nvGraphicFramePr>
        <p:xfrm>
          <a:off x="1831313" y="2599125"/>
          <a:ext cx="1517300" cy="608273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graphicFrame>
        <p:nvGraphicFramePr>
          <p:cNvPr id="47" name="Grafiek 46">
            <a:extLst>
              <a:ext uri="{FF2B5EF4-FFF2-40B4-BE49-F238E27FC236}">
                <a16:creationId xmlns:a16="http://schemas.microsoft.com/office/drawing/2014/main" id="{46F8CD61-2F28-4332-847B-E5E98AF3A3E1}"/>
              </a:ext>
            </a:extLst>
          </p:cNvPr>
          <p:cNvGraphicFramePr/>
          <p:nvPr>
            <p:extLst>
              <p:ext uri="{D42A27DB-BD31-4B8C-83A1-F6EECF244321}">
                <p14:modId val="2760124081"/>
              </p:ext>
            </p:extLst>
          </p:nvPr>
        </p:nvGraphicFramePr>
        <p:xfrm>
          <a:off x="3499544" y="2597627"/>
          <a:ext cx="1517300" cy="614871"/>
        </p:xfrm>
        <a:graphic>
          <a:graphicData uri="http://schemas.openxmlformats.org/drawingml/2006/chart">
            <c:chart xmlns:c="http://schemas.openxmlformats.org/drawingml/2006/chart" r:id="rId8"/>
          </a:graphicData>
        </a:graphic>
      </p:graphicFrame>
      <p:pic>
        <p:nvPicPr>
          <p:cNvPr id="39" name="Afbeelding 38">
            <a:extLst>
              <a:ext uri="{FF2B5EF4-FFF2-40B4-BE49-F238E27FC236}">
                <a16:creationId xmlns:a16="http://schemas.microsoft.com/office/drawing/2014/main" id="{C7D09ACB-B444-4456-8D19-9CBC98677D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" b="56935"/>
          <a:stretch>
            <a:fillRect/>
          </a:stretch>
        </p:blipFill>
        <p:spPr>
          <a:xfrm>
            <a:off x="-8" y="9446016"/>
            <a:ext cx="6858000" cy="252022"/>
          </a:xfrm>
          <a:prstGeom prst="rect">
            <a:avLst/>
          </a:prstGeom>
        </p:spPr>
      </p:pic>
      <p:cxnSp>
        <p:nvCxnSpPr>
          <p:cNvPr id="53" name="Rechte verbindingslijn 52">
            <a:extLst>
              <a:ext uri="{FF2B5EF4-FFF2-40B4-BE49-F238E27FC236}">
                <a16:creationId xmlns:a16="http://schemas.microsoft.com/office/drawing/2014/main" id="{E8C683DE-E328-4DB1-B4CB-7F03A2651FD8}"/>
              </a:ext>
            </a:extLst>
          </p:cNvPr>
          <p:cNvCxnSpPr/>
          <p:nvPr/>
        </p:nvCxnSpPr>
        <p:spPr>
          <a:xfrm>
            <a:off x="167584" y="1098446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Rechte verbindingslijn 37">
            <a:extLst>
              <a:ext uri="{FF2B5EF4-FFF2-40B4-BE49-F238E27FC236}">
                <a16:creationId xmlns:a16="http://schemas.microsoft.com/office/drawing/2014/main" id="{E5A47743-9CAB-4E3F-8040-1CD79103323D}"/>
              </a:ext>
            </a:extLst>
          </p:cNvPr>
          <p:cNvCxnSpPr/>
          <p:nvPr/>
        </p:nvCxnSpPr>
        <p:spPr>
          <a:xfrm>
            <a:off x="167584" y="3250334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Grafiek 32">
            <a:extLst>
              <a:ext uri="{FF2B5EF4-FFF2-40B4-BE49-F238E27FC236}">
                <a16:creationId xmlns:a16="http://schemas.microsoft.com/office/drawing/2014/main" id="{F309487D-5688-4E8C-984D-53B767E6B0BD}"/>
              </a:ext>
            </a:extLst>
          </p:cNvPr>
          <p:cNvGraphicFramePr/>
          <p:nvPr>
            <p:extLst>
              <p:ext uri="{D42A27DB-BD31-4B8C-83A1-F6EECF244321}">
                <p14:modId val="1166339134"/>
              </p:ext>
            </p:extLst>
          </p:nvPr>
        </p:nvGraphicFramePr>
        <p:xfrm>
          <a:off x="-8" y="5380577"/>
          <a:ext cx="6858008" cy="4030147"/>
        </p:xfrm>
        <a:graphic>
          <a:graphicData uri="http://schemas.openxmlformats.org/drawingml/2006/chart">
            <c:chart xmlns:c="http://schemas.openxmlformats.org/drawingml/2006/chart" r:id="rId9"/>
          </a:graphicData>
        </a:graphic>
      </p:graphicFrame>
      <p:cxnSp>
        <p:nvCxnSpPr>
          <p:cNvPr id="41" name="Rechte verbindingslijn 40">
            <a:extLst>
              <a:ext uri="{FF2B5EF4-FFF2-40B4-BE49-F238E27FC236}">
                <a16:creationId xmlns:a16="http://schemas.microsoft.com/office/drawing/2014/main" id="{B23721B5-FEE0-40A4-B3D4-F57A749EB114}"/>
              </a:ext>
            </a:extLst>
          </p:cNvPr>
          <p:cNvCxnSpPr/>
          <p:nvPr/>
        </p:nvCxnSpPr>
        <p:spPr>
          <a:xfrm>
            <a:off x="167584" y="5371676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kstvak 1">
            <a:extLst>
              <a:ext uri="{FF2B5EF4-FFF2-40B4-BE49-F238E27FC236}">
                <a16:creationId xmlns:a16="http://schemas.microsoft.com/office/drawing/2014/main" id="{CC8F653C-D38F-A4F7-13ED-4E741ABE32AD}"/>
              </a:ext>
            </a:extLst>
          </p:cNvPr>
          <p:cNvSpPr txBox="1"/>
          <p:nvPr/>
        </p:nvSpPr>
        <p:spPr>
          <a:xfrm>
            <a:off x="-177800" y="9461385"/>
            <a:ext cx="72136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ctr" defTabSz="685871" rtl="0" eaLnBrk="1" fontAlgn="ctr" latinLnBrk="0" hangingPunct="1"/>
            <a:r>
              <a:rPr lang="en-US" sz="800" u="none" strike="noStrike" kern="1200" err="1">
                <a:solidFill>
                  <a:schemeClr val="bg1">
                    <a:lumMod val="95000"/>
                  </a:schemeClr>
                </a:solidFill>
                <a:effectLst/>
                <a:latin typeface="Avenir Light" panose="020b0402020203020204" pitchFamily="34" charset="0"/>
              </a:rPr>
              <a:t>PHfootnotevisittool</a:t>
            </a:r>
            <a:endParaRPr lang="en-US" sz="800" u="none" strike="noStrike" kern="1200">
              <a:solidFill>
                <a:schemeClr val="bg1">
                  <a:lumMod val="95000"/>
                </a:schemeClr>
              </a:solidFill>
              <a:effectLst/>
              <a:latin typeface="Avenir Light" panose="020b0402020203020204" pitchFamily="34" charset="0"/>
            </a:endParaRPr>
          </a:p>
        </p:txBody>
      </p:sp>
      <p:cxnSp>
        <p:nvCxnSpPr>
          <p:cNvPr id="3" name="Rechte verbindingslijn 2">
            <a:extLst>
              <a:ext uri="{FF2B5EF4-FFF2-40B4-BE49-F238E27FC236}">
                <a16:creationId xmlns:a16="http://schemas.microsoft.com/office/drawing/2014/main" id="{0A614E03-DCB5-39CD-9DF5-080C0C3220CF}"/>
              </a:ext>
            </a:extLst>
          </p:cNvPr>
          <p:cNvCxnSpPr/>
          <p:nvPr/>
        </p:nvCxnSpPr>
        <p:spPr>
          <a:xfrm>
            <a:off x="167584" y="3250334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Rechte verbindingslijn 5">
            <a:extLst>
              <a:ext uri="{FF2B5EF4-FFF2-40B4-BE49-F238E27FC236}">
                <a16:creationId xmlns:a16="http://schemas.microsoft.com/office/drawing/2014/main" id="{299A8EE7-0384-5F47-85A0-9E86DEC33D00}"/>
              </a:ext>
            </a:extLst>
          </p:cNvPr>
          <p:cNvCxnSpPr/>
          <p:nvPr/>
        </p:nvCxnSpPr>
        <p:spPr>
          <a:xfrm>
            <a:off x="167584" y="5371676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9">
            <a:extLst>
              <a:ext uri="{FF2B5EF4-FFF2-40B4-BE49-F238E27FC236}">
                <a16:creationId xmlns:a16="http://schemas.microsoft.com/office/drawing/2014/main" id="{676D1E36-7330-4F98-3FDF-C39365676DD8}"/>
              </a:ext>
            </a:extLst>
          </p:cNvPr>
          <p:cNvCxnSpPr/>
          <p:nvPr/>
        </p:nvCxnSpPr>
        <p:spPr>
          <a:xfrm flipH="1" flipV="1">
            <a:off x="3423908" y="3344354"/>
            <a:ext cx="10185" cy="180000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Grafiek 11">
            <a:extLst>
              <a:ext uri="{FF2B5EF4-FFF2-40B4-BE49-F238E27FC236}">
                <a16:creationId xmlns:a16="http://schemas.microsoft.com/office/drawing/2014/main" id="{FF296AAB-9068-764C-C1C4-9F6BDD47FFD7}"/>
              </a:ext>
            </a:extLst>
          </p:cNvPr>
          <p:cNvGraphicFramePr/>
          <p:nvPr>
            <p:extLst>
              <p:ext uri="{D42A27DB-BD31-4B8C-83A1-F6EECF244321}">
                <p14:modId val="3627337623"/>
              </p:ext>
            </p:extLst>
          </p:nvPr>
        </p:nvGraphicFramePr>
        <p:xfrm>
          <a:off x="3445622" y="3895401"/>
          <a:ext cx="3210242" cy="1462760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graphicFrame>
        <p:nvGraphicFramePr>
          <p:cNvPr id="14" name="Grafiek 13">
            <a:extLst>
              <a:ext uri="{FF2B5EF4-FFF2-40B4-BE49-F238E27FC236}">
                <a16:creationId xmlns:a16="http://schemas.microsoft.com/office/drawing/2014/main" id="{4130838A-D241-A946-B409-A6B58ECA9DF0}"/>
              </a:ext>
            </a:extLst>
          </p:cNvPr>
          <p:cNvGraphicFramePr/>
          <p:nvPr>
            <p:extLst>
              <p:ext uri="{D42A27DB-BD31-4B8C-83A1-F6EECF244321}">
                <p14:modId val="3546504668"/>
              </p:ext>
            </p:extLst>
          </p:nvPr>
        </p:nvGraphicFramePr>
        <p:xfrm>
          <a:off x="3441895" y="3669799"/>
          <a:ext cx="3207769" cy="291371"/>
        </p:xfrm>
        <a:graphic>
          <a:graphicData uri="http://schemas.openxmlformats.org/drawingml/2006/chart">
            <c:chart xmlns:c="http://schemas.openxmlformats.org/drawingml/2006/chart" r:id="rId11"/>
          </a:graphicData>
        </a:graphic>
      </p:graphicFrame>
      <p:sp>
        <p:nvSpPr>
          <p:cNvPr id="15" name="Tekstvak 14">
            <a:extLst>
              <a:ext uri="{FF2B5EF4-FFF2-40B4-BE49-F238E27FC236}">
                <a16:creationId xmlns:a16="http://schemas.microsoft.com/office/drawing/2014/main" id="{5AB7C775-7C18-8E7B-E331-C5560ECC412F}"/>
              </a:ext>
            </a:extLst>
          </p:cNvPr>
          <p:cNvSpPr txBox="1"/>
          <p:nvPr/>
        </p:nvSpPr>
        <p:spPr>
          <a:xfrm>
            <a:off x="4202195" y="3344354"/>
            <a:ext cx="18085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NL" sz="1000">
                <a:solidFill>
                  <a:srgbClr val="1A4359"/>
                </a:solidFill>
                <a:latin typeface="Avenir Medium" panose="02000603020000020003" pitchFamily="2" charset="0"/>
              </a:rPr>
              <a:t>NPS cohort (n=PHCOHN)</a:t>
            </a:r>
            <a:endParaRPr lang="en-US" sz="100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</p:spTree>
    <p:extLst>
      <p:ext uri="{BB962C8B-B14F-4D97-AF65-F5344CB8AC3E}">
        <p14:creationId val="2688914278"/>
      </p:ext>
    </p:extLst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D9414059-C302-4E04-8B8A-5369D020E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585215"/>
          </a:xfrm>
          <a:prstGeom prst="rect">
            <a:avLst/>
          </a:prstGeom>
        </p:spPr>
      </p:pic>
      <p:sp>
        <p:nvSpPr>
          <p:cNvPr id="2" name="Tekstvak 1">
            <a:extLst>
              <a:ext uri="{FF2B5EF4-FFF2-40B4-BE49-F238E27FC236}">
                <a16:creationId xmlns:a16="http://schemas.microsoft.com/office/drawing/2014/main" id="{42B286EE-E699-4209-B8E5-BB8970D7EE29}"/>
              </a:ext>
            </a:extLst>
          </p:cNvPr>
          <p:cNvSpPr txBox="1"/>
          <p:nvPr/>
        </p:nvSpPr>
        <p:spPr>
          <a:xfrm>
            <a:off x="164295" y="726630"/>
            <a:ext cx="6522832" cy="1682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</a:pPr>
            <a:r>
              <a:rPr lang="en-US" sz="1100" i="1" err="1">
                <a:solidFill>
                  <a:srgbClr val="1A4359"/>
                </a:solidFill>
                <a:latin typeface="Avenir Medium" panose="02000603020000020003" pitchFamily="2" charset="0"/>
              </a:rPr>
              <a:t>PHrecommendation:</a:t>
            </a:r>
          </a:p>
          <a:p>
            <a:pPr>
              <a:lnSpc>
                <a:spcPct val="114000"/>
              </a:lnSpc>
            </a:pPr>
            <a:r>
              <a:rPr lang="en-US" sz="100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recommendationone</a:t>
            </a:r>
            <a:endParaRPr lang="en-US" sz="1000">
              <a:solidFill>
                <a:srgbClr val="1A4359"/>
              </a:solidFill>
              <a:latin typeface="Avenir Medium" panose="02000603020000020003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100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recommendationtwo</a:t>
            </a:r>
            <a:endParaRPr lang="en-US" sz="1000">
              <a:solidFill>
                <a:srgbClr val="1A4359"/>
              </a:solidFill>
              <a:latin typeface="Avenir Medium" panose="02000603020000020003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100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recommendationthree</a:t>
            </a:r>
            <a:endParaRPr lang="en-US" sz="1000">
              <a:solidFill>
                <a:srgbClr val="1A4359"/>
              </a:solidFill>
              <a:latin typeface="Avenir Medium" panose="02000603020000020003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100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recommendationfour</a:t>
            </a:r>
            <a:endParaRPr lang="en-US" sz="1000">
              <a:solidFill>
                <a:srgbClr val="1A4359"/>
              </a:solidFill>
              <a:latin typeface="Avenir Medium" panose="02000603020000020003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100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recommendationfive</a:t>
            </a:r>
            <a:endParaRPr lang="en-US" sz="1000">
              <a:solidFill>
                <a:srgbClr val="1A4359"/>
              </a:solidFill>
              <a:latin typeface="Avenir Medium" panose="02000603020000020003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100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recommendationsix</a:t>
            </a:r>
            <a:endParaRPr lang="en-US" sz="1000">
              <a:solidFill>
                <a:srgbClr val="1A4359"/>
              </a:solidFill>
              <a:latin typeface="Avenir Medium" panose="02000603020000020003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100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recommendationseven</a:t>
            </a:r>
            <a:endParaRPr lang="en-US" sz="1000">
              <a:solidFill>
                <a:srgbClr val="1A4359"/>
              </a:solidFill>
              <a:latin typeface="Avenir Medium" panose="02000603020000020003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100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recommendationeight</a:t>
            </a:r>
            <a:endParaRPr lang="en-US" sz="100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B2D08BE5-40B6-40AA-A404-E6B52DDCB6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" b="56935"/>
          <a:stretch>
            <a:fillRect/>
          </a:stretch>
        </p:blipFill>
        <p:spPr>
          <a:xfrm>
            <a:off x="-8" y="9446016"/>
            <a:ext cx="6858000" cy="252022"/>
          </a:xfrm>
          <a:prstGeom prst="rect">
            <a:avLst/>
          </a:prstGeom>
        </p:spPr>
      </p:pic>
      <p:sp>
        <p:nvSpPr>
          <p:cNvPr id="12" name="Tekstvak 11">
            <a:extLst>
              <a:ext uri="{FF2B5EF4-FFF2-40B4-BE49-F238E27FC236}">
                <a16:creationId xmlns:a16="http://schemas.microsoft.com/office/drawing/2014/main" id="{739D60D8-9BEB-4B3E-A781-AA011A45B98E}"/>
              </a:ext>
            </a:extLst>
          </p:cNvPr>
          <p:cNvSpPr txBox="1"/>
          <p:nvPr/>
        </p:nvSpPr>
        <p:spPr>
          <a:xfrm>
            <a:off x="-165100" y="9461385"/>
            <a:ext cx="721360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ctr" defTabSz="685871" rtl="0" eaLnBrk="1" fontAlgn="ctr" latinLnBrk="0" hangingPunct="1"/>
            <a:r>
              <a:rPr lang="en-US" sz="850" u="none" strike="noStrike" kern="1200" err="1">
                <a:solidFill>
                  <a:schemeClr val="bg1">
                    <a:lumMod val="95000"/>
                  </a:schemeClr>
                </a:solidFill>
                <a:effectLst/>
                <a:latin typeface="Avenir Light" panose="020b0402020203020204" pitchFamily="34" charset="0"/>
              </a:rPr>
              <a:t>PHfootnotevisittool</a:t>
            </a:r>
            <a:endParaRPr lang="en-US" sz="850" u="none" strike="noStrike" kern="1200">
              <a:solidFill>
                <a:schemeClr val="bg1">
                  <a:lumMod val="95000"/>
                </a:schemeClr>
              </a:solidFill>
              <a:effectLst/>
              <a:latin typeface="Avenir Light" panose="020b0402020203020204" pitchFamily="34" charset="0"/>
            </a:endParaRPr>
          </a:p>
        </p:txBody>
      </p:sp>
      <p:sp>
        <p:nvSpPr>
          <p:cNvPr id="21" name="Tekstvak 20">
            <a:extLst>
              <a:ext uri="{FF2B5EF4-FFF2-40B4-BE49-F238E27FC236}">
                <a16:creationId xmlns:a16="http://schemas.microsoft.com/office/drawing/2014/main" id="{C1630214-5FBA-49BB-9CC5-B8D57DE3B2FB}"/>
              </a:ext>
            </a:extLst>
          </p:cNvPr>
          <p:cNvSpPr txBox="1"/>
          <p:nvPr/>
        </p:nvSpPr>
        <p:spPr>
          <a:xfrm>
            <a:off x="639000" y="0"/>
            <a:ext cx="558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i="0" u="none" strike="noStrike">
                <a:solidFill>
                  <a:schemeClr val="bg1"/>
                </a:solidFill>
                <a:effectLst/>
                <a:latin typeface="Avenir Medium" panose="02000603020000020003" pitchFamily="2" charset="0"/>
              </a:rPr>
              <a:t>PHtitleofthepager</a:t>
            </a:r>
            <a:endParaRPr lang="nl-NL" sz="1600">
              <a:solidFill>
                <a:schemeClr val="bg1"/>
              </a:solidFill>
              <a:latin typeface="Avenir Medium" panose="02000603020000020003" pitchFamily="2" charset="0"/>
            </a:endParaRPr>
          </a:p>
        </p:txBody>
      </p:sp>
    </p:spTree>
    <p:extLst>
      <p:ext uri="{BB962C8B-B14F-4D97-AF65-F5344CB8AC3E}">
        <p14:creationId val="3161765584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6.0.36"/>
  <p:tag name="AS_OS" val="Unix 5.15.0.140"/>
  <p:tag name="AS_RELEASE_DATE" val="2024.02.14"/>
  <p:tag name="AS_TITLE" val="Aspose.Slides for .NET6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Kantoorthema">
  <a:themeElements>
    <a:clrScheme name="Aangepast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FFFF"/>
      </a:hlink>
      <a:folHlink>
        <a:srgbClr val="BFBFBF"/>
      </a:folHlink>
    </a:clrScheme>
    <a:fontScheme name="Kantoorthema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r="http://schemas.openxmlformats.org/officeDocument/2006/relationships" xmlns:a="http://schemas.openxmlformats.org/drawingml/2006/main" name="Kantoorthema">
  <a:themeElements>
    <a:clrScheme name="Aangepast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FFFF"/>
      </a:hlink>
      <a:folHlink>
        <a:srgbClr val="BFBFBF"/>
      </a:folHlink>
    </a:clrScheme>
    <a:fontScheme name="Kantoorthema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23</Paragraphs>
  <Slides>2</Slides>
  <Notes>0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Calibri</vt:lpstr>
      <vt:lpstr>Calibri Light</vt:lpstr>
      <vt:lpstr>Avenir Medium</vt:lpstr>
      <vt:lpstr>Avenir Light</vt:lpstr>
      <vt:lpstr>Arial Nova</vt:lpstr>
      <vt:lpstr>Office Theme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2025-11-07T07:18:02.616</cp:lastPrinted>
  <dcterms:created xsi:type="dcterms:W3CDTF">2025-11-07T07:18:02Z</dcterms:created>
  <dcterms:modified xsi:type="dcterms:W3CDTF">2025-11-07T07:18:03Z</dcterms:modified>
</cp:coreProperties>
</file>