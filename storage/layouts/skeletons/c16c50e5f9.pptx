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9" r:id="rId4"/>
    <p:sldId id="262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357976913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1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877288937568665"/>
          <c:y val="0.00916471891105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2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74658268690109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0%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100" b="0" i="0" u="none" strike="noStrike" kern="1200" baseline="0" smtId="4294967295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NL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mtId="4294967295">
          <a:latin typeface="Arial Nova" panose="020b0504020202020204" pitchFamily="34" charset="0"/>
        </a:defRPr>
      </a:pPr>
      <a:endParaRPr lang="en-NL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69D907-C137-4C7E-A1D3-06EE9B5FBC7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EDABCFD-BBFC-4769-B392-495B41B68D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835515-563C-4179-A513-7EE68A55AAA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E5A15F5-2AD5-4938-B81A-4C27A099854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E015715-A496-4553-81D1-DAEF3AF436E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4CFBDD1-6DE9-4BB2-BBD4-E6D9EF7BE30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FA729FF5-D003-4805-A343-CDAB58F22B1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8E2F829-7B2D-4721-A657-21871EC0DE3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8DBB4FD-2E47-4836-9FAC-D86F3DAC03D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AC23476-2E64-4A80-8724-24C6CBCADC2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9461F11-1BCC-432B-8012-1361AC3058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Relationship Id="rId7" Type="http://schemas.openxmlformats.org/officeDocument/2006/relationships/chart" Target="../charts/chart5.xml" /><Relationship Id="rId8" Type="http://schemas.openxmlformats.org/officeDocument/2006/relationships/chart" Target="../charts/chart6.xml" /><Relationship Id="rId9" Type="http://schemas.openxmlformats.org/officeDocument/2006/relationships/chart" Target="../charts/char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875402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val="511963730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1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val="395204935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773585330"/>
              </p:ext>
            </p:extLst>
          </p:nvPr>
        </p:nvGraphicFramePr>
        <p:xfrm>
          <a:off x="1823879" y="3908916"/>
          <a:ext cx="3210242" cy="14627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val="272544556"/>
              </p:ext>
            </p:extLst>
          </p:nvPr>
        </p:nvGraphicFramePr>
        <p:xfrm>
          <a:off x="1825116" y="3669799"/>
          <a:ext cx="3207769" cy="29137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val="1477304904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val="3771669216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3177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Net Promoter Scores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/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/>
          <p:nvPr/>
        </p:nvCxnSpPr>
        <p:spPr>
          <a:xfrm flipH="1" flipV="1">
            <a:off x="5045650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/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8994FE7E-72F6-4621-A3AD-7858E4BA9BA9}"/>
              </a:ext>
            </a:extLst>
          </p:cNvPr>
          <p:cNvCxnSpPr/>
          <p:nvPr/>
        </p:nvCxnSpPr>
        <p:spPr>
          <a:xfrm flipH="1" flipV="1">
            <a:off x="1807983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0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42B286EE-E699-4209-B8E5-BB8970D7EE29}"/>
              </a:ext>
            </a:extLst>
          </p:cNvPr>
          <p:cNvSpPr txBox="1"/>
          <p:nvPr/>
        </p:nvSpPr>
        <p:spPr>
          <a:xfrm>
            <a:off x="164295" y="726630"/>
            <a:ext cx="6522832" cy="168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sz="1100" i="1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PHrecommendation:</a:t>
            </a: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2D08BE5-40B6-40AA-A404-E6B52DDC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739D60D8-9BEB-4B3E-A781-AA011A45B98E}"/>
              </a:ext>
            </a:extLst>
          </p:cNvPr>
          <p:cNvSpPr txBox="1"/>
          <p:nvPr/>
        </p:nvSpPr>
        <p:spPr>
          <a:xfrm>
            <a:off x="-1651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5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1630214-5FBA-49BB-9CC5-B8D57DE3B2FB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val="316176558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6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22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Calibri</vt:lpstr>
      <vt:lpstr>Calibri Light</vt:lpstr>
      <vt:lpstr>Avenir Medium</vt:lpstr>
      <vt:lpstr>Avenir Light</vt:lpstr>
      <vt:lpstr>Arial Nova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2025-11-07T07:17:26.711</cp:lastPrinted>
  <dcterms:created xsi:type="dcterms:W3CDTF">2025-11-07T07:17:26Z</dcterms:created>
  <dcterms:modified xsi:type="dcterms:W3CDTF">2025-11-07T07:17:27Z</dcterms:modified>
</cp:coreProperties>
</file>