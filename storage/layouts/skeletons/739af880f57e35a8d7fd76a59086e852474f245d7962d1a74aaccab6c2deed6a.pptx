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>
  <ns0:sldMasterIdLst>
    <ns0:sldMasterId id="2147483672" ns1:id="rId1"/>
  </ns0:sldMasterIdLst>
  <ns0:sldIdLst>
    <ns0:sldId id="260" ns1:id="rId2"/>
    <ns0:sldId id="261" ns1:id="rId7"/>
  </ns0:sldIdLst>
  <ns0:sldSz cx="6858000" cy="9698038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FFFFFF"/>
    <a:srgbClr val="39364C"/>
    <a:srgbClr val="B4C7E7"/>
    <a:srgbClr val="DEEBF7"/>
    <a:srgbClr val="5F5F5F"/>
    <a:srgbClr val="B0DFE5"/>
    <a:srgbClr val="415573"/>
    <a:srgbClr val="202332"/>
    <a:srgbClr val="009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2" Type="http://schemas.openxmlformats.org/officeDocument/2006/relationships/slide" Target="slides/sl0000_slide1.xml" /><ns0:Relationship Id="rId7" Type="http://schemas.openxmlformats.org/officeDocument/2006/relationships/slide" Target="slides/sl0001_slide1.xml" /></ns0:Relationships>
</file>

<file path=ppt/_rels/presentation.xml.rels>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2" Type="http://schemas.openxmlformats.org/officeDocument/2006/relationships/slide" Target="slides/sl0000_slide1.xml" /><ns0:Relationship Id="rId7" Type="http://schemas.openxmlformats.org/officeDocument/2006/relationships/slide" Target="slides/sl0001_slide1.xml" /></ns0: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405447625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22-470F-80DB-186E866F9FC5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7E-46B7-B710-31F7D973FCE3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2-470F-80DB-186E866F9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Gross coverage</a:t>
            </a:r>
          </a:p>
        </c:rich>
      </c:tx>
      <c:layout>
        <c:manualLayout>
          <c:xMode val="edge"/>
          <c:yMode val="edge"/>
          <c:x val="0.202419963635456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coverage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c:rich>
      </c:tx>
      <c:layout>
        <c:manualLayout>
          <c:xMode val="edge"/>
          <c:yMode val="edge"/>
          <c:x val="0.2024199636354567"/>
          <c:y val="9.164718863228477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5649838281802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AA-4919-9CC7-0BBC415FC70A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AA-4919-9CC7-0BBC415FC70A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AA-4919-9CC7-0BBC415FC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12-4BEB-8449-C22FD1441D7E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912-4BEB-8449-C22FD1441D7E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912-4BEB-8449-C22FD1441D7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912-4BEB-8449-C22FD1441D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12-4BEB-8449-C22FD1441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9F-4DD7-A5C1-8D259A7175C1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A9F-4DD7-A5C1-8D259A7175C1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9F-4DD7-A5C1-8D259A7175C1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A9F-4DD7-A5C1-8D259A7175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D-45F3-9814-5E16A728293D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1DD-45F3-9814-5E16A728293D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DD-45F3-9814-5E16A728293D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DD-45F3-9814-5E16A72829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5E8-4A08-894C-DD15BE23D5B3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5E8-4A08-894C-DD15BE23D5B3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5E8-4A08-894C-DD15BE23D5B3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5E8-4A08-894C-DD15BE23D5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E8-4A08-894C-DD15BE23D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2-4DEE-95A5-55B67953B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527-4EAF-8264-9BFFABFEEF7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527-4EAF-8264-9BFFABFEEF7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527-4EAF-8264-9BFFABFEEF7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27-4EAF-8264-9BFFABFEEF75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527-4EAF-8264-9BFFABFEEF75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527-4EAF-8264-9BFFABFEEF75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527-4EAF-8264-9BFFABFEEF75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527-4EAF-8264-9BFFABFEEF75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C527-4EAF-8264-9BFFABFEEF7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C527-4EAF-8264-9BFFABFEEF7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C527-4EAF-8264-9BFFABFEEF7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527-4EAF-8264-9BFFABFEEF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9B-4CC4-BC49-4E47E0D26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0000_slide1.xml.rels><ns0:Relationships xmlns:ns0="http://schemas.openxmlformats.org/package/2006/relationships"><ns0:Relationship Id="rId8" Type="http://schemas.openxmlformats.org/officeDocument/2006/relationships/chart" Target="../charts/chart6.xml" /><ns0:Relationship Id="rId13" Type="http://schemas.openxmlformats.org/officeDocument/2006/relationships/chart" Target="../charts/chart11.xml" /><ns0:Relationship Id="rId3" Type="http://schemas.openxmlformats.org/officeDocument/2006/relationships/chart" Target="../charts/chart1.xml" /><ns0:Relationship Id="rId7" Type="http://schemas.openxmlformats.org/officeDocument/2006/relationships/chart" Target="../charts/chart5.xml" /><ns0:Relationship Id="rId12" Type="http://schemas.openxmlformats.org/officeDocument/2006/relationships/chart" Target="../charts/chart10.xml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6" Type="http://schemas.openxmlformats.org/officeDocument/2006/relationships/chart" Target="../charts/chart4.xml" /><ns0:Relationship Id="rId11" Type="http://schemas.openxmlformats.org/officeDocument/2006/relationships/chart" Target="../charts/chart9.xml" /><ns0:Relationship Id="rId5" Type="http://schemas.openxmlformats.org/officeDocument/2006/relationships/chart" Target="../charts/chart3.xml" /><ns0:Relationship Id="rId15" Type="http://schemas.openxmlformats.org/officeDocument/2006/relationships/chart" Target="../charts/chart13.xml" /><ns0:Relationship Id="rId10" Type="http://schemas.openxmlformats.org/officeDocument/2006/relationships/chart" Target="../charts/chart8.xml" /><ns0:Relationship Id="rId4" Type="http://schemas.openxmlformats.org/officeDocument/2006/relationships/chart" Target="../charts/chart2.xml" /><ns0:Relationship Id="rId9" Type="http://schemas.openxmlformats.org/officeDocument/2006/relationships/chart" Target="../charts/chart7.xml" /><ns0:Relationship Id="rId14" Type="http://schemas.openxmlformats.org/officeDocument/2006/relationships/chart" Target="../charts/chart12.xml" /></ns0:Relationships>
</file>

<file path=ppt/slides/_rels/sl0001_slide1.xml.rels><ns0:Relationships xmlns:ns0="http://schemas.openxmlformats.org/package/2006/relationships"><ns0:Relationship Id="rId3" Type="http://schemas.openxmlformats.org/officeDocument/2006/relationships/chart" Target="../charts/chart1.xml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4" Type="http://schemas.openxmlformats.org/officeDocument/2006/relationships/chart" Target="../charts/chart2.xml" /></ns0:Relationships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13" Type="http://schemas.openxmlformats.org/officeDocument/2006/relationships/chart" Target="../charts/chart11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12" Type="http://schemas.openxmlformats.org/officeDocument/2006/relationships/chart" Target="../charts/chart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11" Type="http://schemas.openxmlformats.org/officeDocument/2006/relationships/chart" Target="../charts/chart9.xml"/><Relationship Id="rId5" Type="http://schemas.openxmlformats.org/officeDocument/2006/relationships/chart" Target="../charts/chart3.xml"/><Relationship Id="rId15" Type="http://schemas.openxmlformats.org/officeDocument/2006/relationships/chart" Target="../charts/chart1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Relationship Id="rId14" Type="http://schemas.openxmlformats.org/officeDocument/2006/relationships/chart" Target="../charts/chart12.xml"/></Relationships>
</file>

<file path=ppt/slides/sl000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 err="1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351643"/>
              </p:ext>
            </p:extLst>
          </p:nvPr>
        </p:nvGraphicFramePr>
        <p:xfrm>
          <a:off x="103368" y="1163069"/>
          <a:ext cx="1643909" cy="1382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kstvak 6">
            <a:extLst>
              <a:ext uri="{FF2B5EF4-FFF2-40B4-BE49-F238E27FC236}">
                <a16:creationId xmlns:a16="http://schemas.microsoft.com/office/drawing/2014/main" id="{33D8309E-9E28-4580-BC80-2DC8DCADD122}"/>
              </a:ext>
            </a:extLst>
          </p:cNvPr>
          <p:cNvSpPr txBox="1"/>
          <p:nvPr/>
        </p:nvSpPr>
        <p:spPr>
          <a:xfrm>
            <a:off x="403124" y="183675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169230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088577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PHZXY</a:t>
            </a:r>
            <a:endParaRPr lang="en-US" sz="11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4344131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75370646-B8A1-4A1A-8FEC-CED7CF5B8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077703"/>
              </p:ext>
            </p:extLst>
          </p:nvPr>
        </p:nvGraphicFramePr>
        <p:xfrm>
          <a:off x="5106446" y="1163068"/>
          <a:ext cx="1643909" cy="1387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EDEA152B-C1AB-4C76-9F19-2ECAE81D7292}"/>
              </a:ext>
            </a:extLst>
          </p:cNvPr>
          <p:cNvSpPr txBox="1"/>
          <p:nvPr/>
        </p:nvSpPr>
        <p:spPr>
          <a:xfrm>
            <a:off x="5406202" y="1839595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65F7CF20-4F6A-46F0-A829-24C5FEACB72D}"/>
              </a:ext>
            </a:extLst>
          </p:cNvPr>
          <p:cNvSpPr txBox="1"/>
          <p:nvPr/>
        </p:nvSpPr>
        <p:spPr>
          <a:xfrm>
            <a:off x="3581573" y="614072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#Customers: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4" name="Grafiek 43">
            <a:extLst>
              <a:ext uri="{FF2B5EF4-FFF2-40B4-BE49-F238E27FC236}">
                <a16:creationId xmlns:a16="http://schemas.microsoft.com/office/drawing/2014/main" id="{C5A3DE29-F231-4949-9D50-9015B991A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278063"/>
              </p:ext>
            </p:extLst>
          </p:nvPr>
        </p:nvGraphicFramePr>
        <p:xfrm>
          <a:off x="162095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8" name="Grafiek 47">
            <a:extLst>
              <a:ext uri="{FF2B5EF4-FFF2-40B4-BE49-F238E27FC236}">
                <a16:creationId xmlns:a16="http://schemas.microsoft.com/office/drawing/2014/main" id="{F9443147-797D-4BC5-9FF6-7AF7C2B79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005730"/>
              </p:ext>
            </p:extLst>
          </p:nvPr>
        </p:nvGraphicFramePr>
        <p:xfrm>
          <a:off x="5169750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>
            <a:cxnSpLocks/>
          </p:cNvCxnSpPr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9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138750"/>
              </p:ext>
            </p:extLst>
          </p:nvPr>
        </p:nvGraphicFramePr>
        <p:xfrm>
          <a:off x="202137" y="3908916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6361614"/>
              </p:ext>
            </p:extLst>
          </p:nvPr>
        </p:nvGraphicFramePr>
        <p:xfrm>
          <a:off x="203374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910033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Promoter</a:t>
            </a: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Scores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>
            <a:cxnSpLocks/>
          </p:cNvCxnSpPr>
          <p:nvPr/>
        </p:nvCxnSpPr>
        <p:spPr>
          <a:xfrm flipH="1" flipV="1">
            <a:off x="3423908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Grafiek 1">
            <a:extLst>
              <a:ext uri="{FF2B5EF4-FFF2-40B4-BE49-F238E27FC236}">
                <a16:creationId xmlns:a16="http://schemas.microsoft.com/office/drawing/2014/main" id="{954E8DCF-C940-5E90-E26E-483C51749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460129"/>
              </p:ext>
            </p:extLst>
          </p:nvPr>
        </p:nvGraphicFramePr>
        <p:xfrm>
          <a:off x="3445622" y="3895401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4643652B-053D-4FF6-59F6-3A75063A9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356300"/>
              </p:ext>
            </p:extLst>
          </p:nvPr>
        </p:nvGraphicFramePr>
        <p:xfrm>
          <a:off x="3441895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E2948A1A-1B20-1B43-0779-F41BCA5F951B}"/>
              </a:ext>
            </a:extLst>
          </p:cNvPr>
          <p:cNvSpPr txBox="1"/>
          <p:nvPr/>
        </p:nvSpPr>
        <p:spPr>
          <a:xfrm>
            <a:off x="420219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NPS cohort (</a:t>
            </a:r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n=PHCOHN)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slides/sl000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318182"/>
              </p:ext>
            </p:extLst>
          </p:nvPr>
        </p:nvGraphicFramePr>
        <p:xfrm>
          <a:off x="4930559" y="705722"/>
          <a:ext cx="1789069" cy="1842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227151"/>
              </p:ext>
            </p:extLst>
          </p:nvPr>
        </p:nvGraphicFramePr>
        <p:xfrm>
          <a:off x="138372" y="1158133"/>
          <a:ext cx="4550397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1176070" y="721945"/>
            <a:ext cx="2475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PHnpstitle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8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2812631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73F17AEF-9696-A9D6-783B-A5792F066B44}"/>
              </a:ext>
            </a:extLst>
          </p:cNvPr>
          <p:cNvSpPr txBox="1"/>
          <p:nvPr/>
        </p:nvSpPr>
        <p:spPr>
          <a:xfrm>
            <a:off x="167585" y="2933139"/>
            <a:ext cx="6522832" cy="170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 i="1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</a:t>
            </a:r>
            <a:r>
              <a:rPr lang="en-US" sz="1200" i="1" dirty="0">
                <a:solidFill>
                  <a:srgbClr val="1A4359"/>
                </a:solidFill>
                <a:latin typeface="Avenir Medium" panose="02000603020000020003" pitchFamily="2" charset="0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D759A504-9A8B-E1CA-9C92-08A91E5A9576}"/>
              </a:ext>
            </a:extLst>
          </p:cNvPr>
          <p:cNvCxnSpPr>
            <a:cxnSpLocks/>
          </p:cNvCxnSpPr>
          <p:nvPr/>
        </p:nvCxnSpPr>
        <p:spPr>
          <a:xfrm>
            <a:off x="4919926" y="911741"/>
            <a:ext cx="0" cy="1678976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4E1483B1-BE14-8951-2140-73E144C00EE8}"/>
              </a:ext>
            </a:extLst>
          </p:cNvPr>
          <p:cNvSpPr txBox="1"/>
          <p:nvPr/>
        </p:nvSpPr>
        <p:spPr>
          <a:xfrm>
            <a:off x="5302895" y="1633087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PHREV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38C1DE-F99B-B572-933B-32EB420000A3}"/>
              </a:ext>
            </a:extLst>
          </p:cNvPr>
          <p:cNvSpPr txBox="1"/>
          <p:nvPr/>
        </p:nvSpPr>
        <p:spPr>
          <a:xfrm>
            <a:off x="770716" y="1002420"/>
            <a:ext cx="498264" cy="2385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NPS: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8427453-E59D-DA47-154B-4412E4BCCDF2}"/>
              </a:ext>
            </a:extLst>
          </p:cNvPr>
          <p:cNvSpPr txBox="1"/>
          <p:nvPr/>
        </p:nvSpPr>
        <p:spPr>
          <a:xfrm>
            <a:off x="1264372" y="1001423"/>
            <a:ext cx="49826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n: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01600E3-982D-417D-3435-F6DAF64DDD89}"/>
              </a:ext>
            </a:extLst>
          </p:cNvPr>
          <p:cNvSpPr txBox="1"/>
          <p:nvPr/>
        </p:nvSpPr>
        <p:spPr>
          <a:xfrm>
            <a:off x="5041617" y="721944"/>
            <a:ext cx="1524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PHcharttitle</a:t>
            </a:r>
            <a:endParaRPr lang="en-NL" sz="1000" dirty="0"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 err="1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351643"/>
              </p:ext>
            </p:extLst>
          </p:nvPr>
        </p:nvGraphicFramePr>
        <p:xfrm>
          <a:off x="103368" y="1163069"/>
          <a:ext cx="1643909" cy="1382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kstvak 6">
            <a:extLst>
              <a:ext uri="{FF2B5EF4-FFF2-40B4-BE49-F238E27FC236}">
                <a16:creationId xmlns:a16="http://schemas.microsoft.com/office/drawing/2014/main" id="{33D8309E-9E28-4580-BC80-2DC8DCADD122}"/>
              </a:ext>
            </a:extLst>
          </p:cNvPr>
          <p:cNvSpPr txBox="1"/>
          <p:nvPr/>
        </p:nvSpPr>
        <p:spPr>
          <a:xfrm>
            <a:off x="403124" y="183675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169230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088577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PHZXY</a:t>
            </a:r>
            <a:endParaRPr lang="en-US" sz="11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4344131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75370646-B8A1-4A1A-8FEC-CED7CF5B8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077703"/>
              </p:ext>
            </p:extLst>
          </p:nvPr>
        </p:nvGraphicFramePr>
        <p:xfrm>
          <a:off x="5106446" y="1163068"/>
          <a:ext cx="1643909" cy="1387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EDEA152B-C1AB-4C76-9F19-2ECAE81D7292}"/>
              </a:ext>
            </a:extLst>
          </p:cNvPr>
          <p:cNvSpPr txBox="1"/>
          <p:nvPr/>
        </p:nvSpPr>
        <p:spPr>
          <a:xfrm>
            <a:off x="5406202" y="1839595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65F7CF20-4F6A-46F0-A829-24C5FEACB72D}"/>
              </a:ext>
            </a:extLst>
          </p:cNvPr>
          <p:cNvSpPr txBox="1"/>
          <p:nvPr/>
        </p:nvSpPr>
        <p:spPr>
          <a:xfrm>
            <a:off x="3581573" y="614072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#Customers: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4" name="Grafiek 43">
            <a:extLst>
              <a:ext uri="{FF2B5EF4-FFF2-40B4-BE49-F238E27FC236}">
                <a16:creationId xmlns:a16="http://schemas.microsoft.com/office/drawing/2014/main" id="{C5A3DE29-F231-4949-9D50-9015B991A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278063"/>
              </p:ext>
            </p:extLst>
          </p:nvPr>
        </p:nvGraphicFramePr>
        <p:xfrm>
          <a:off x="162095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8" name="Grafiek 47">
            <a:extLst>
              <a:ext uri="{FF2B5EF4-FFF2-40B4-BE49-F238E27FC236}">
                <a16:creationId xmlns:a16="http://schemas.microsoft.com/office/drawing/2014/main" id="{F9443147-797D-4BC5-9FF6-7AF7C2B79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005730"/>
              </p:ext>
            </p:extLst>
          </p:nvPr>
        </p:nvGraphicFramePr>
        <p:xfrm>
          <a:off x="5169750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>
            <a:cxnSpLocks/>
          </p:cNvCxnSpPr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9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138750"/>
              </p:ext>
            </p:extLst>
          </p:nvPr>
        </p:nvGraphicFramePr>
        <p:xfrm>
          <a:off x="202137" y="3908916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6361614"/>
              </p:ext>
            </p:extLst>
          </p:nvPr>
        </p:nvGraphicFramePr>
        <p:xfrm>
          <a:off x="203374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910033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Promoter</a:t>
            </a: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Scores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>
            <a:cxnSpLocks/>
          </p:cNvCxnSpPr>
          <p:nvPr/>
        </p:nvCxnSpPr>
        <p:spPr>
          <a:xfrm flipH="1" flipV="1">
            <a:off x="3423908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Grafiek 1">
            <a:extLst>
              <a:ext uri="{FF2B5EF4-FFF2-40B4-BE49-F238E27FC236}">
                <a16:creationId xmlns:a16="http://schemas.microsoft.com/office/drawing/2014/main" id="{954E8DCF-C940-5E90-E26E-483C51749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460129"/>
              </p:ext>
            </p:extLst>
          </p:nvPr>
        </p:nvGraphicFramePr>
        <p:xfrm>
          <a:off x="3445622" y="3895401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4643652B-053D-4FF6-59F6-3A75063A9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356300"/>
              </p:ext>
            </p:extLst>
          </p:nvPr>
        </p:nvGraphicFramePr>
        <p:xfrm>
          <a:off x="3441895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E2948A1A-1B20-1B43-0779-F41BCA5F951B}"/>
              </a:ext>
            </a:extLst>
          </p:cNvPr>
          <p:cNvSpPr txBox="1"/>
          <p:nvPr/>
        </p:nvSpPr>
        <p:spPr>
          <a:xfrm>
            <a:off x="420219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NPS cohort (</a:t>
            </a:r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n=PHCOHN)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11752</TotalTime>
  <Words>80</Words>
  <Application>Microsoft Office PowerPoint</Application>
  <PresentationFormat>Aangepast</PresentationFormat>
  <Paragraphs>60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161</cp:revision>
  <dcterms:created xsi:type="dcterms:W3CDTF">2020-08-04T09:12:03Z</dcterms:created>
  <dcterms:modified xsi:type="dcterms:W3CDTF">2024-07-11T11:54:20Z</dcterms:modified>
</cp:coreProperties>
</file>