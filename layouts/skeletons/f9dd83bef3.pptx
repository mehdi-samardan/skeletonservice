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84" r:id="rId2"/>
    <p:sldMasterId id="2147483696" r:id="rId3"/>
  </p:sldMasterIdLst>
  <p:sldIdLst>
    <p:sldId id="259" r:id="rId4"/>
    <p:sldId id="262" r:id="rId5"/>
  </p:sldIdLst>
  <p:sldSz cx="6858000" cy="9698038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Relationship Id="rId2" Type="http://schemas.microsoft.com/office/2011/relationships/chartColorStyle" Target="colors2.xml" /><Relationship Id="rId3" Type="http://schemas.microsoft.com/office/2011/relationships/chartStyle" Target="style2.xml" /></Relationships>
</file>

<file path=ppt/charts/_rels/chart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Relationship Id="rId2" Type="http://schemas.microsoft.com/office/2011/relationships/chartColorStyle" Target="colors3.xml" /><Relationship Id="rId3" Type="http://schemas.microsoft.com/office/2011/relationships/chartStyle" Target="style3.xml" /></Relationships>
</file>

<file path=ppt/charts/_rels/chart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Relationship Id="rId2" Type="http://schemas.microsoft.com/office/2011/relationships/chartColorStyle" Target="colors4.xml" /><Relationship Id="rId3" Type="http://schemas.microsoft.com/office/2011/relationships/chartStyle" Target="style4.xml" /></Relationships>
</file>

<file path=ppt/charts/_rels/chart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Relationship Id="rId2" Type="http://schemas.microsoft.com/office/2011/relationships/chartColorStyle" Target="colors5.xml" /><Relationship Id="rId3" Type="http://schemas.microsoft.com/office/2011/relationships/chartStyle" Target="style5.xml" /></Relationships>
</file>

<file path=ppt/charts/_rels/chart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Relationship Id="rId2" Type="http://schemas.microsoft.com/office/2011/relationships/chartColorStyle" Target="colors6.xml" /><Relationship Id="rId3" Type="http://schemas.microsoft.com/office/2011/relationships/chartStyle" Target="style6.xml" /></Relationships>
</file>

<file path=ppt/charts/_rels/chart7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_rels/chart8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Relationship Id="rId2" Type="http://schemas.microsoft.com/office/2011/relationships/chartColorStyle" Target="colors7.xml" /><Relationship Id="rId3" Type="http://schemas.microsoft.com/office/2011/relationships/chartStyle" Target="style7.xml" /></Relationships>
</file>

<file path=ppt/charts/_rels/chart9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 /><Relationship Id="rId2" Type="http://schemas.microsoft.com/office/2011/relationships/chartColorStyle" Target="colors8.xml" /><Relationship Id="rId3" Type="http://schemas.microsoft.com/office/2011/relationships/chartStyle" Target="style8.xml" /></Relationships>
</file>

<file path=ppt/charts/_rels/chart10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 /><Relationship Id="rId2" Type="http://schemas.microsoft.com/office/2011/relationships/chartColorStyle" Target="colors9.xml" /><Relationship Id="rId3" Type="http://schemas.microsoft.com/office/2011/relationships/chartStyle" Target="style9.xml" /></Relationships>
</file>

<file path=ppt/charts/_rels/chart1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 /><Relationship Id="rId2" Type="http://schemas.microsoft.com/office/2011/relationships/chartColorStyle" Target="colors10.xml" /><Relationship Id="rId3" Type="http://schemas.microsoft.com/office/2011/relationships/chartStyle" Target="style10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357976913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100" b="0" i="0" u="none" strike="noStrike" kern="1200" spc="0" baseline="0" smtId="4294967295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4877288937568665"/>
          <c:y val="0.009164718911051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200" b="0" i="0" u="none" strike="noStrike" kern="1200" spc="0" baseline="0" smtId="4294967295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33964551985263824"/>
          <c:w val="1"/>
          <c:h val="0.746582686901092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98B3-4E91-851C-85F1311F076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8B3-4E91-851C-85F1311F076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8B3-4E91-851C-85F1311F076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B3-4E91-851C-85F1311F076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8B3-4E91-851C-85F1311F076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8B3-4E91-851C-85F1311F076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8B3-4E91-851C-85F1311F076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8B3-4E91-851C-85F1311F076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98B3-4E91-851C-85F1311F076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98B3-4E91-851C-85F1311F076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98B3-4E91-851C-85F1311F076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B3-4E91-851C-85F1311F0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0%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1-440E-9104-58F5177104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100" b="0" i="0" u="none" strike="noStrike" kern="1200" baseline="0" smtId="4294967295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mtId="4294967295">
          <a:latin typeface="Arial Nova" panose="020b05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8903499692678452"/>
          <c:w val="1"/>
          <c:h val="0.9910964965820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A9F-4DD7-A5C1-8D259A7175C1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A9F-4DD7-A5C1-8D259A7175C1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A9F-4DD7-A5C1-8D259A7175C1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A9F-4DD7-A5C1-8D259A7175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9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8903499692678452"/>
          <c:w val="1"/>
          <c:h val="0.9910964965820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DD-45F3-9814-5E16A728293D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1DD-45F3-9814-5E16A728293D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DD-45F3-9814-5E16A728293D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1DD-45F3-9814-5E16A72829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9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0370347425341606"/>
          <c:y val="0.023872988298535347"/>
          <c:w val="0.9592593312263489"/>
          <c:h val="0.961151957511901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crossAx val="1316767632"/>
        <c:crossesAt val="0.25"/>
        <c:auto val="0"/>
        <c:lblAlgn val="ctr"/>
        <c:lblOffset/>
        <c:noMultiLvlLbl val="0"/>
      </c:catAx>
      <c:valAx>
        <c:axId val="1316767632"/>
        <c:scaling>
          <c:orientation/>
        </c:scaling>
        <c:delete val="1"/>
        <c:axPos val="t"/>
        <c:numFmt formatCode="0%" sourceLinked="1"/>
        <c:majorTickMark val="out"/>
        <c:minorTickMark val="none"/>
        <c:crossAx val="131675848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33964551985263824"/>
          <c:w val="1"/>
          <c:h val="0.746582686901092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CAA-4948-A139-05A7915387B8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CAA-4948-A139-05A7915387B8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CAA-4948-A139-05A7915387B8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AA-4948-A139-05A7915387B8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CAA-4948-A139-05A7915387B8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CCAA-4948-A139-05A7915387B8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CAA-4948-A139-05A7915387B8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CAA-4948-A139-05A7915387B8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CCAA-4948-A139-05A7915387B8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CCAA-4948-A139-05A7915387B8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CCAA-4948-A139-05A7915387B8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A-4948-A139-05A7915387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0%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D5-4790-89E7-B3125C246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100" b="0" i="0" u="none" strike="noStrike" kern="1200" baseline="0" smtId="4294967295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mtId="4294967295">
          <a:latin typeface="Arial Nova" panose="020b05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rial Nova" panose="020b0504020202020204" pitchFamily="34" charset="0"/>
                <a:ea typeface="+mn-ea"/>
                <a:cs typeface="+mn-cs"/>
              </a:defRPr>
            </a:pPr>
            <a:r>
              <a:rPr lang="en-US" sz="1000">
                <a:solidFill>
                  <a:srgbClr val="1A4359"/>
                </a:solidFill>
                <a:latin typeface="Avenir Medium" panose="02000603020000020003" pitchFamily="2" charset="0"/>
              </a:rPr>
              <a:t> </a:t>
            </a:r>
          </a:p>
        </c:rich>
      </c:tx>
      <c:layout>
        <c:manualLayout>
          <c:xMode val="edge"/>
          <c:yMode val="edge"/>
          <c:x val="0.27439746260643005"/>
          <c:y val="0.0062775369733572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p>
          <a:pPr>
            <a:defRPr sz="1100" b="0" i="0" u="none" strike="noStrike" kern="1200" spc="0" baseline="0" smtId="4294967295">
              <a:solidFill>
                <a:srgbClr val="1A4359"/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2-8322-470F-80DB-186E866F9FC5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A47E-46B7-B710-31F7D973FCE3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2-470F-80DB-186E866F9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1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33964551985263824"/>
          <c:w val="1"/>
          <c:h val="0.946273505687713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1155526192"/>
        <c:axId val="1155519120"/>
      </c:barChart>
      <c:catAx>
        <c:axId val="1155526192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19120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b"/>
        <c:numFmt formatCode="0%" sourceLinked="1"/>
        <c:majorTickMark val="out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1B4F149-DA22-45BC-9D7F-90E0E7A06F7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3408149-2F66-4216-BD61-BB19D29D22E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D7FCF1-B9DA-4473-866B-2FE70A8B5E9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8CEBD18-1EFF-478F-9ECB-8744C281A91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030BCE6-0869-4D79-AED0-EC41146F889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CD0A520-29D3-47E1-B81F-458743ADB95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BB1A9BC3-C31D-4F5F-85AA-D3D7FA240AA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AF1C571-C989-44EC-BF70-F65A40539E7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86DAFF5-4C29-452C-8064-47378E1FCF0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573A33F-643D-4142-812C-1DD1776D319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0491188-3B46-4A20-B6E1-02294928A6B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10" Type="http://schemas.openxmlformats.org/officeDocument/2006/relationships/chart" Target="../charts/chart8.xml" /><Relationship Id="rId11" Type="http://schemas.openxmlformats.org/officeDocument/2006/relationships/chart" Target="../charts/chart9.xml" /><Relationship Id="rId2" Type="http://schemas.openxmlformats.org/officeDocument/2006/relationships/image" Target="../media/image1.png" 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Relationship Id="rId7" Type="http://schemas.openxmlformats.org/officeDocument/2006/relationships/chart" Target="../charts/chart5.xml" /><Relationship Id="rId8" Type="http://schemas.openxmlformats.org/officeDocument/2006/relationships/chart" Target="../charts/chart6.xml" /><Relationship Id="rId9" Type="http://schemas.openxmlformats.org/officeDocument/2006/relationships/chart" Target="../charts/char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image" Target="../media/image1.png" /><Relationship Id="rId3" Type="http://schemas.openxmlformats.org/officeDocument/2006/relationships/chart" Target="../charts/chart10.xml" /><Relationship Id="rId4" Type="http://schemas.openxmlformats.org/officeDocument/2006/relationships/chart" Target="../charts/chart1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 PHtitleofthepager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875402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val="511963730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1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val="3952049355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B325170B-D4C7-63C3-DC0E-8552AE522063}"/>
              </a:ext>
            </a:extLst>
          </p:cNvPr>
          <p:cNvGraphicFramePr/>
          <p:nvPr>
            <p:extLst>
              <p:ext uri="{D42A27DB-BD31-4B8C-83A1-F6EECF244321}">
                <p14:modId val="83480759"/>
              </p:ext>
            </p:extLst>
          </p:nvPr>
        </p:nvGraphicFramePr>
        <p:xfrm>
          <a:off x="202137" y="3908916"/>
          <a:ext cx="3210242" cy="14627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A36DAEAB-C47A-6FA3-4883-D15D0CA3D73E}"/>
              </a:ext>
            </a:extLst>
          </p:cNvPr>
          <p:cNvSpPr txBox="1"/>
          <p:nvPr/>
        </p:nvSpPr>
        <p:spPr>
          <a:xfrm>
            <a:off x="910033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Net Promoter Scores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8" name="Grafiek 7">
            <a:extLst>
              <a:ext uri="{FF2B5EF4-FFF2-40B4-BE49-F238E27FC236}">
                <a16:creationId xmlns:a16="http://schemas.microsoft.com/office/drawing/2014/main" id="{5A54B5C3-A083-C7FF-0105-5CCCF65BE89E}"/>
              </a:ext>
            </a:extLst>
          </p:cNvPr>
          <p:cNvGraphicFramePr/>
          <p:nvPr>
            <p:extLst>
              <p:ext uri="{D42A27DB-BD31-4B8C-83A1-F6EECF244321}">
                <p14:modId val="2998072549"/>
              </p:ext>
            </p:extLst>
          </p:nvPr>
        </p:nvGraphicFramePr>
        <p:xfrm>
          <a:off x="203374" y="3669799"/>
          <a:ext cx="3207769" cy="291371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val="3756882687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val="2760124081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/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/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/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CC8F653C-D38F-A4F7-13ED-4E741ABE32AD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en-US" sz="80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0A614E03-DCB5-39CD-9DF5-080C0C3220CF}"/>
              </a:ext>
            </a:extLst>
          </p:cNvPr>
          <p:cNvCxnSpPr/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299A8EE7-0384-5F47-85A0-9E86DEC33D00}"/>
              </a:ext>
            </a:extLst>
          </p:cNvPr>
          <p:cNvCxnSpPr/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676D1E36-7330-4F98-3FDF-C39365676DD8}"/>
              </a:ext>
            </a:extLst>
          </p:cNvPr>
          <p:cNvCxnSpPr/>
          <p:nvPr/>
        </p:nvCxnSpPr>
        <p:spPr>
          <a:xfrm flipH="1" flipV="1">
            <a:off x="3423908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Grafiek 11">
            <a:extLst>
              <a:ext uri="{FF2B5EF4-FFF2-40B4-BE49-F238E27FC236}">
                <a16:creationId xmlns:a16="http://schemas.microsoft.com/office/drawing/2014/main" id="{FF296AAB-9068-764C-C1C4-9F6BDD47FFD7}"/>
              </a:ext>
            </a:extLst>
          </p:cNvPr>
          <p:cNvGraphicFramePr/>
          <p:nvPr>
            <p:extLst>
              <p:ext uri="{D42A27DB-BD31-4B8C-83A1-F6EECF244321}">
                <p14:modId val="3627337623"/>
              </p:ext>
            </p:extLst>
          </p:nvPr>
        </p:nvGraphicFramePr>
        <p:xfrm>
          <a:off x="3445622" y="3895401"/>
          <a:ext cx="3210242" cy="146276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4" name="Grafiek 13">
            <a:extLst>
              <a:ext uri="{FF2B5EF4-FFF2-40B4-BE49-F238E27FC236}">
                <a16:creationId xmlns:a16="http://schemas.microsoft.com/office/drawing/2014/main" id="{4130838A-D241-A946-B409-A6B58ECA9DF0}"/>
              </a:ext>
            </a:extLst>
          </p:cNvPr>
          <p:cNvGraphicFramePr/>
          <p:nvPr>
            <p:extLst>
              <p:ext uri="{D42A27DB-BD31-4B8C-83A1-F6EECF244321}">
                <p14:modId val="3546504668"/>
              </p:ext>
            </p:extLst>
          </p:nvPr>
        </p:nvGraphicFramePr>
        <p:xfrm>
          <a:off x="3441895" y="3669799"/>
          <a:ext cx="3207769" cy="291371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15" name="Tekstvak 14">
            <a:extLst>
              <a:ext uri="{FF2B5EF4-FFF2-40B4-BE49-F238E27FC236}">
                <a16:creationId xmlns:a16="http://schemas.microsoft.com/office/drawing/2014/main" id="{5AB7C775-7C18-8E7B-E331-C5560ECC412F}"/>
              </a:ext>
            </a:extLst>
          </p:cNvPr>
          <p:cNvSpPr txBox="1"/>
          <p:nvPr/>
        </p:nvSpPr>
        <p:spPr>
          <a:xfrm>
            <a:off x="420219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NPS cohort (n=PHCOHN)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val="1662318182"/>
              </p:ext>
            </p:extLst>
          </p:nvPr>
        </p:nvGraphicFramePr>
        <p:xfrm>
          <a:off x="4930559" y="705722"/>
          <a:ext cx="1789069" cy="184276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val="2357227151"/>
              </p:ext>
            </p:extLst>
          </p:nvPr>
        </p:nvGraphicFramePr>
        <p:xfrm>
          <a:off x="138372" y="1158133"/>
          <a:ext cx="4550397" cy="1462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1176070" y="721945"/>
            <a:ext cx="2475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PHnpstitle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en-US" sz="80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/>
          <p:nvPr/>
        </p:nvCxnSpPr>
        <p:spPr>
          <a:xfrm>
            <a:off x="167584" y="2812631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73F17AEF-9696-A9D6-783B-A5792F066B44}"/>
              </a:ext>
            </a:extLst>
          </p:cNvPr>
          <p:cNvSpPr txBox="1"/>
          <p:nvPr/>
        </p:nvSpPr>
        <p:spPr>
          <a:xfrm>
            <a:off x="167585" y="2933139"/>
            <a:ext cx="6522832" cy="170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sz="1100" i="1" err="1">
                <a:solidFill>
                  <a:srgbClr val="1A4359"/>
                </a:solidFill>
                <a:latin typeface="Avenir Medium" panose="02000603020000020003" pitchFamily="2" charset="0"/>
              </a:rPr>
              <a:t>PHrecommendation</a:t>
            </a:r>
            <a:r>
              <a:rPr lang="en-US" sz="1200" i="1">
                <a:solidFill>
                  <a:srgbClr val="1A4359"/>
                </a:solidFill>
                <a:latin typeface="Avenir Medium" panose="02000603020000020003" pitchFamily="2" charset="0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recommendationone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recommendationtwo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recommendationthree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recommendationfour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recommendationfive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recommendationsix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recommendationseven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recommendationeight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D759A504-9A8B-E1CA-9C92-08A91E5A9576}"/>
              </a:ext>
            </a:extLst>
          </p:cNvPr>
          <p:cNvCxnSpPr/>
          <p:nvPr/>
        </p:nvCxnSpPr>
        <p:spPr>
          <a:xfrm flipH="1">
            <a:off x="4919926" y="911741"/>
            <a:ext cx="0" cy="1678976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4E1483B1-BE14-8951-2140-73E144C00EE8}"/>
              </a:ext>
            </a:extLst>
          </p:cNvPr>
          <p:cNvSpPr txBox="1"/>
          <p:nvPr/>
        </p:nvSpPr>
        <p:spPr>
          <a:xfrm>
            <a:off x="5302895" y="1633087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PHREV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638C1DE-F99B-B572-933B-32EB420000A3}"/>
              </a:ext>
            </a:extLst>
          </p:cNvPr>
          <p:cNvSpPr txBox="1"/>
          <p:nvPr/>
        </p:nvSpPr>
        <p:spPr>
          <a:xfrm>
            <a:off x="770716" y="1002420"/>
            <a:ext cx="498264" cy="2385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NPS: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8427453-E59D-DA47-154B-4412E4BCCDF2}"/>
              </a:ext>
            </a:extLst>
          </p:cNvPr>
          <p:cNvSpPr txBox="1"/>
          <p:nvPr/>
        </p:nvSpPr>
        <p:spPr>
          <a:xfrm>
            <a:off x="1264372" y="1001423"/>
            <a:ext cx="49826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n: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01600E3-982D-417D-3435-F6DAF64DDD89}"/>
              </a:ext>
            </a:extLst>
          </p:cNvPr>
          <p:cNvSpPr txBox="1"/>
          <p:nvPr/>
        </p:nvSpPr>
        <p:spPr>
          <a:xfrm>
            <a:off x="5041617" y="721944"/>
            <a:ext cx="1524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PHcharttitle</a:t>
            </a:r>
            <a:endParaRPr lang="en-NL" sz="1000"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6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28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Calibri</vt:lpstr>
      <vt:lpstr>Calibri Light</vt:lpstr>
      <vt:lpstr>Avenir Medium</vt:lpstr>
      <vt:lpstr>Avenir Light</vt:lpstr>
      <vt:lpstr>Arial Nova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2025-11-07T07:19:52.592</cp:lastPrinted>
  <dcterms:created xsi:type="dcterms:W3CDTF">2025-11-07T07:19:52Z</dcterms:created>
  <dcterms:modified xsi:type="dcterms:W3CDTF">2025-11-07T07:19:52Z</dcterms:modified>
</cp:coreProperties>
</file>