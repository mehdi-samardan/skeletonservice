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84" r:id="rId2"/>
    <p:sldMasterId id="2147483696" r:id="rId3"/>
  </p:sldMasterIdLst>
  <p:sldIdLst>
    <p:sldId id="259" r:id="rId4"/>
    <p:sldId id="262" r:id="rId5"/>
  </p:sldIdLst>
  <p:sldSz cx="6858000" cy="9698038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slideMaster" Target="slideMasters/slideMaster3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presProps" Target="presProps.xml" /><Relationship Id="rId8" Type="http://schemas.openxmlformats.org/officeDocument/2006/relationships/viewProps" Target="viewProps.xml" /><Relationship Id="rId9" Type="http://schemas.openxmlformats.org/officeDocument/2006/relationships/theme" Target="theme/theme1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ColorStyle" Target="colors1.xml" /><Relationship Id="rId3" Type="http://schemas.microsoft.com/office/2011/relationships/chartStyle" Target="style1.xml" /></Relationships>
</file>

<file path=ppt/charts/_rels/chart2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Relationship Id="rId2" Type="http://schemas.microsoft.com/office/2011/relationships/chartColorStyle" Target="colors2.xml" /><Relationship Id="rId3" Type="http://schemas.microsoft.com/office/2011/relationships/chartStyle" Target="style2.xml" /></Relationships>
</file>

<file path=ppt/charts/_rels/chart3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 /><Relationship Id="rId2" Type="http://schemas.microsoft.com/office/2011/relationships/chartColorStyle" Target="colors3.xml" /><Relationship Id="rId3" Type="http://schemas.microsoft.com/office/2011/relationships/chartStyle" Target="style3.xml" /></Relationships>
</file>

<file path=ppt/charts/_rels/chart4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 /><Relationship Id="rId2" Type="http://schemas.microsoft.com/office/2011/relationships/chartColorStyle" Target="colors4.xml" /><Relationship Id="rId3" Type="http://schemas.microsoft.com/office/2011/relationships/chartStyle" Target="style4.xml" /></Relationships>
</file>

<file path=ppt/charts/_rels/chart5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 /><Relationship Id="rId2" Type="http://schemas.microsoft.com/office/2011/relationships/chartColorStyle" Target="colors5.xml" /><Relationship Id="rId3" Type="http://schemas.microsoft.com/office/2011/relationships/chartStyle" Target="style5.xml" /></Relationships>
</file>

<file path=ppt/charts/_rels/chart6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 /><Relationship Id="rId2" Type="http://schemas.microsoft.com/office/2011/relationships/chartColorStyle" Target="colors6.xml" /><Relationship Id="rId3" Type="http://schemas.microsoft.com/office/2011/relationships/chartStyle" Target="style6.xml" /></Relationships>
</file>

<file path=ppt/charts/_rels/chart7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 /></Relationships>
</file>

<file path=ppt/charts/_rels/chart8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 /><Relationship Id="rId2" Type="http://schemas.microsoft.com/office/2011/relationships/chartColorStyle" Target="colors7.xml" /><Relationship Id="rId3" Type="http://schemas.microsoft.com/office/2011/relationships/chartStyle" Target="style7.xml" /></Relationships>
</file>

<file path=ppt/charts/_rels/chart9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 /><Relationship Id="rId2" Type="http://schemas.microsoft.com/office/2011/relationships/chartColorStyle" Target="colors8.xml" /><Relationship Id="rId3" Type="http://schemas.microsoft.com/office/2011/relationships/chartStyle" Target="style8.xml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</a:rPr>
              <a:t>Response rate</a:t>
            </a:r>
          </a:p>
        </c:rich>
      </c:tx>
      <c:layout>
        <c:manualLayout>
          <c:xMode val="edge"/>
          <c:yMode val="edge"/>
          <c:x val="0.2178709357976913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1100" b="0" i="0" u="none" strike="noStrike" kern="1200" spc="0" baseline="0" smtId="4294967295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NL"/>
        </a:p>
      </c:txPr>
    </c:title>
    <c:autoTitleDeleted val="0"/>
    <c:plotArea>
      <c:layout>
        <c:manualLayout>
          <c:layoutTarget val="inner"/>
          <c:xMode val="edge"/>
          <c:yMode val="edge"/>
          <c:x val="0.14274269342422485"/>
          <c:y val="0.20162703096866608"/>
          <c:w val="0.6834976673126221"/>
          <c:h val="0.7807241082191467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invertIfNegative val="1"/>
            <c:spPr>
              <a:solidFill>
                <a:schemeClr val="accent1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1-E099-4266-9E19-B1A5B2218D0D}"/>
              </c:ext>
            </c:extLst>
          </c:dPt>
          <c:dPt>
            <c:idx val="1"/>
            <c:invertIfNegative val="1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E099-4266-9E19-B1A5B2218D0D}"/>
              </c:ext>
            </c:extLst>
          </c:dPt>
          <c:dLbls>
            <c:delete val="1"/>
            <c:extLst>
              <c:ext xmlns:c15="http://schemas.microsoft.com/office/drawing/2012/chart" uri="{CE6537A1-D6FC-4f65-9D91-7224C49458BB}">
                <c15:showLeaderLines val="1"/>
                <c15:leaderLines>
                  <c:spPr/>
                </c15:leaderLines>
              </c:ext>
            </c:extLst>
          </c:dLbls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99-4266-9E19-B1A5B2218D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NL"/>
    </a:p>
  </c:txPr>
  <c:externalData r:id="rId1">
    <c:autoUpdate val="0"/>
  </c:externalData>
</c:chartSpace>
</file>

<file path=ppt/charts/chart2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</a:rPr>
              <a:t>Delivery rate</a:t>
            </a:r>
          </a:p>
        </c:rich>
      </c:tx>
      <c:layout>
        <c:manualLayout>
          <c:xMode val="edge"/>
          <c:yMode val="edge"/>
          <c:x val="0.24877288937568665"/>
          <c:y val="0.009164718911051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1200" b="0" i="0" u="none" strike="noStrike" kern="1200" spc="0" baseline="0" smtId="4294967295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NL"/>
        </a:p>
      </c:txPr>
    </c:title>
    <c:autoTitleDeleted val="0"/>
    <c:plotArea>
      <c:layout>
        <c:manualLayout>
          <c:layoutTarget val="inner"/>
          <c:xMode val="edge"/>
          <c:yMode val="edge"/>
          <c:x val="0.14274269342422485"/>
          <c:y val="0.20162703096866608"/>
          <c:w val="0.6834976673126221"/>
          <c:h val="0.7807241082191467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invertIfNegative val="1"/>
            <c:spPr>
              <a:solidFill>
                <a:schemeClr val="accent1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1-6B3D-4703-BD27-AFD6549F6F3E}"/>
              </c:ext>
            </c:extLst>
          </c:dPt>
          <c:dPt>
            <c:idx val="1"/>
            <c:invertIfNegative val="1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6B3D-4703-BD27-AFD6549F6F3E}"/>
              </c:ext>
            </c:extLst>
          </c:dPt>
          <c:dLbls>
            <c:delete val="1"/>
            <c:extLst>
              <c:ext xmlns:c15="http://schemas.microsoft.com/office/drawing/2012/chart" uri="{CE6537A1-D6FC-4f65-9D91-7224C49458BB}">
                <c15:showLeaderLines val="1"/>
                <c15:leaderLines>
                  <c:spPr/>
                </c15:leaderLines>
              </c:ext>
            </c:extLst>
          </c:dLbls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3D-4703-BD27-AFD6549F6F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NL"/>
    </a:p>
  </c:txPr>
  <c:externalData r:id="rId1">
    <c:autoUpdate val="0"/>
  </c:externalData>
</c:chartSpace>
</file>

<file path=ppt/charts/chart3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33964551985263824"/>
          <c:w val="1"/>
          <c:h val="0.7465826869010925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B57-4934-B1EC-109CD0E37A52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B57-4934-B1EC-109CD0E37A52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B57-4934-B1EC-109CD0E37A52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10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7-4934-B1EC-109CD0E37A5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2B57-4934-B1EC-109CD0E37A52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2B57-4934-B1EC-109CD0E37A52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2B57-4934-B1EC-109CD0E37A52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1000" b="0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57-4934-B1EC-109CD0E37A5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74BA-403F-910F-59FC606763D7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4BA-403F-910F-59FC606763D7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74BA-403F-910F-59FC606763D7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4BA-403F-910F-59FC606763D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2B57-4934-B1EC-109CD0E37A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NL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0%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NL"/>
    </a:p>
  </c:txPr>
  <c:externalData r:id="rId1">
    <c:autoUpdate val="0"/>
  </c:externalData>
</c:chartSpace>
</file>

<file path=ppt/charts/chart4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919696808"/>
          <c:w val="1"/>
          <c:h val="0.6880192160606384"/>
        </c:manualLayout>
      </c:layout>
      <c:lineChart>
        <c:grouping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Blad1!$A$2:$A$5</c:f>
              <c:strCache>
                <c:ptCount val="4"/>
                <c:pt idx="0">
                  <c:v>-25</c:v>
                </c:pt>
                <c:pt idx="1">
                  <c:v>-10 (+15)</c:v>
                </c:pt>
                <c:pt idx="2">
                  <c:v>5 (+15)</c:v>
                </c:pt>
                <c:pt idx="3">
                  <c:v>10 (+5)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62-4DEE-95A5-55B67953B4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1164478464"/>
        <c:axId val="1164478048"/>
      </c:lineChart>
      <c:catAx>
        <c:axId val="1164478464"/>
        <c:scaling>
          <c:orientation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1100" b="0" i="0" u="none" strike="noStrike" kern="1200" baseline="0" smtId="4294967295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endParaRPr lang="en-NL"/>
          </a:p>
        </c:txPr>
        <c:crossAx val="1164478048"/>
        <c:crosses val="autoZero"/>
        <c:auto val="0"/>
        <c:lblAlgn val="ctr"/>
        <c:lblOffset/>
        <c:noMultiLvlLbl val="0"/>
      </c:catAx>
      <c:valAx>
        <c:axId val="1164478048"/>
        <c:scaling>
          <c:orientation/>
        </c:scaling>
        <c:delete val="1"/>
        <c:axPos val="l"/>
        <c:numFmt formatCode="General" sourceLinked="1"/>
        <c:majorTickMark val="out"/>
        <c:minorTickMark val="none"/>
        <c:crossAx val="1164478464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 smtId="4294967295">
          <a:latin typeface="Arial Nova" panose="020b0504020202020204" pitchFamily="34" charset="0"/>
        </a:defRPr>
      </a:pPr>
      <a:endParaRPr lang="en-NL"/>
    </a:p>
  </c:txPr>
  <c:externalData r:id="rId1">
    <c:autoUpdate val="0"/>
  </c:externalData>
</c:chartSpace>
</file>

<file path=ppt/charts/chart5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08903499692678452"/>
          <c:w val="1"/>
          <c:h val="0.9910964965820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spAutoFit/>
              </a:bodyPr>
              <a:p>
                <a:pPr>
                  <a:defRPr sz="9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9F-4DD7-A5C1-8D259A7175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NL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NL"/>
    </a:p>
  </c:txPr>
  <c:externalData r:id="rId1">
    <c:autoUpdate val="0"/>
  </c:externalData>
</c:chartSpace>
</file>

<file path=ppt/charts/chart6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08903499692678452"/>
          <c:w val="1"/>
          <c:h val="0.9910964965820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spAutoFit/>
              </a:bodyPr>
              <a:p>
                <a:pPr>
                  <a:defRPr sz="9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DD-45F3-9814-5E16A72829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/>
        <c:axId val="1155526192"/>
        <c:axId val="1155519120"/>
      </c:barChart>
      <c:catAx>
        <c:axId val="1155526192"/>
        <c:scaling>
          <c:orientation/>
        </c:scaling>
        <c:delete val="0"/>
        <c:axPos val="b"/>
        <c:numFmt formatCode="General" sourceLinked="1"/>
        <c:majorTickMark val="none"/>
        <c:minorTickMark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NL"/>
          </a:p>
        </c:txPr>
        <c:crossAx val="1155519120"/>
        <c:crosses val="autoZero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NL"/>
    </a:p>
  </c:txPr>
  <c:externalData r:id="rId1">
    <c:autoUpdate val="0"/>
  </c:externalData>
</c:chartSpace>
</file>

<file path=ppt/charts/chart7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0370347425341606"/>
          <c:y val="0.023872988298535347"/>
          <c:w val="0.9592593312263489"/>
          <c:h val="0.961151957511901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Statements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1-45E6-ACAD-AB8A5D25DE00}"/>
              </c:ext>
            </c:extLst>
          </c:dPt>
          <c:dPt>
            <c:idx val="2"/>
            <c:invertIfNegative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9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p>
                <a:pPr>
                  <a:defRPr sz="9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Blad1!$B$2:$B$21</c:f>
              <c:numCache>
                <c:formatCode>General</c:formatCode>
                <c:ptCount val="20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11-45E6-ACAD-AB8A5D25DE00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Wave 1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11-45E6-ACAD-AB8A5D25DE00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Wave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Blad1!$D$2:$D$21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11-45E6-ACAD-AB8A5D25DE00}"/>
            </c:ext>
          </c:extLst>
        </c:ser>
        <c:ser>
          <c:idx val="3"/>
          <c:order val="3"/>
          <c:tx>
            <c:strRef>
              <c:f>Blad1!$E$1</c:f>
              <c:strCache>
                <c:ptCount val="1"/>
                <c:pt idx="0">
                  <c:v>Wave 3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Blad1!$E$2:$E$21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B11-45E6-ACAD-AB8A5D25DE00}"/>
            </c:ext>
          </c:extLst>
        </c:ser>
        <c:ser>
          <c:idx val="4"/>
          <c:order val="4"/>
          <c:tx>
            <c:strRef>
              <c:f>Blad1!$F$1</c:f>
              <c:strCache>
                <c:ptCount val="1"/>
                <c:pt idx="0">
                  <c:v>Wave 4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B11-45E6-ACAD-AB8A5D25DE00}"/>
              </c:ext>
            </c:extLst>
          </c:dPt>
          <c:dLbls>
            <c:dLbl>
              <c:idx val="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0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1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2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3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4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5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6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7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8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dLbl>
              <c:idx val="19"/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rgbClr val="1A4359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Blad1!$F$2:$F$21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11-45E6-ACAD-AB8A5D25DE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100"/>
        <c:axId val="1316758480"/>
        <c:axId val="1316767632"/>
      </c:barChart>
      <c:catAx>
        <c:axId val="131675848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crossAx val="1316767632"/>
        <c:crossesAt val="0.25"/>
        <c:auto val="0"/>
        <c:lblAlgn val="ctr"/>
        <c:lblOffset/>
        <c:noMultiLvlLbl val="0"/>
      </c:catAx>
      <c:valAx>
        <c:axId val="1316767632"/>
        <c:scaling>
          <c:orientation/>
        </c:scaling>
        <c:delete val="1"/>
        <c:axPos val="t"/>
        <c:numFmt formatCode="0%" sourceLinked="1"/>
        <c:majorTickMark val="out"/>
        <c:minorTickMark val="none"/>
        <c:crossAx val="1316758480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NL"/>
    </a:p>
  </c:txPr>
  <c:externalData r:id="rId1">
    <c:autoUpdate val="0"/>
  </c:externalData>
</c:chartSpace>
</file>

<file path=ppt/charts/chart8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rial Nova" panose="020b0504020202020204" pitchFamily="34" charset="0"/>
                <a:ea typeface="+mn-ea"/>
                <a:cs typeface="+mn-cs"/>
              </a:defRPr>
            </a:pPr>
            <a:r>
              <a:rPr lang="en-US" sz="1000">
                <a:solidFill>
                  <a:srgbClr val="1A4359"/>
                </a:solidFill>
                <a:latin typeface="Avenir Medium" panose="02000603020000020003" pitchFamily="2" charset="0"/>
              </a:rPr>
              <a:t> </a:t>
            </a:r>
          </a:p>
        </c:rich>
      </c:tx>
      <c:layout>
        <c:manualLayout>
          <c:xMode val="edge"/>
          <c:yMode val="edge"/>
          <c:x val="0.27439746260643005"/>
          <c:y val="0.0062775369733572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p>
          <a:pPr>
            <a:defRPr sz="1100" b="0" i="0" u="none" strike="noStrike" kern="1200" spc="0" baseline="0" smtId="4294967295">
              <a:solidFill>
                <a:srgbClr val="1A4359"/>
              </a:solidFill>
              <a:latin typeface="Arial Nova" panose="020b0504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342422485"/>
          <c:y val="0.20162703096866608"/>
          <c:w val="0.6834976673126221"/>
          <c:h val="0.7807241082191467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invertIfNegative val="1"/>
            <c:spPr>
              <a:solidFill>
                <a:schemeClr val="accent1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2-8322-470F-80DB-186E866F9FC5}"/>
              </c:ext>
            </c:extLst>
          </c:dPt>
          <c:dPt>
            <c:idx val="1"/>
            <c:invertIfNegative val="1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A47E-46B7-B710-31F7D973FCE3}"/>
              </c:ext>
            </c:extLst>
          </c:dPt>
          <c:dLbls>
            <c:delete val="1"/>
            <c:extLst>
              <c:ext xmlns:c15="http://schemas.microsoft.com/office/drawing/2012/chart" uri="{CE6537A1-D6FC-4f65-9D91-7224C49458BB}">
                <c15:showLeaderLines val="1"/>
                <c15:leaderLines>
                  <c:spPr/>
                </c15:leaderLines>
              </c:ext>
            </c:extLst>
          </c:dLbls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22-470F-80DB-186E866F9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hart9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33964551985263824"/>
          <c:w val="1"/>
          <c:h val="0.9462735056877136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B57-4934-B1EC-109CD0E37A52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B57-4934-B1EC-109CD0E37A52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B57-4934-B1EC-109CD0E37A52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10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Small</c:v>
                </c:pt>
                <c:pt idx="1">
                  <c:v>Medium</c:v>
                </c:pt>
                <c:pt idx="2">
                  <c:v>Large</c:v>
                </c:pt>
                <c:pt idx="3">
                  <c:v>Total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7-4934-B1EC-109CD0E37A5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2B57-4934-B1EC-109CD0E37A52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2B57-4934-B1EC-109CD0E37A52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2B57-4934-B1EC-109CD0E37A52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overflow" horzOverflow="overflow" vert="horz" wrap="none" lIns="38100" tIns="19050" rIns="38100" bIns="19050" anchor="ctr" anchorCtr="1">
                  <a:no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p>
                <a:pPr>
                  <a:defRPr sz="1000" b="0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Blad1!$A$2:$A$5</c:f>
              <c:strCache>
                <c:ptCount val="4"/>
                <c:pt idx="0">
                  <c:v>Small</c:v>
                </c:pt>
                <c:pt idx="1">
                  <c:v>Medium</c:v>
                </c:pt>
                <c:pt idx="2">
                  <c:v>Large</c:v>
                </c:pt>
                <c:pt idx="3">
                  <c:v>Total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57-4934-B1EC-109CD0E37A5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1"/>
                      <c:h val="0.176408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74BA-403F-910F-59FC606763D7}"/>
                </c:ext>
              </c:extLst>
            </c:dLbl>
            <c:dLbl>
              <c:idx val="1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4BA-403F-910F-59FC606763D7}"/>
                </c:ext>
              </c:extLst>
            </c:dLbl>
            <c:dLbl>
              <c:idx val="2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74BA-403F-910F-59FC606763D7}"/>
                </c:ext>
              </c:extLst>
            </c:dLbl>
            <c:dLbl>
              <c:idx val="3"/>
              <c:layout>
                <c:manualLayout/>
              </c:layout>
              <c:numFmt formatCode="0%" sourceLinked="0"/>
              <c:txPr>
                <a:bodyPr rot="0" spcFirstLastPara="1" vertOverflow="ellipsis" vert="horz" wrap="none" lIns="38100" tIns="19050" rIns="38100" bIns="19050" anchor="ctr" anchorCtr="1">
                  <a:spAutoFit/>
                </a:bodyPr>
                <a:p>
                  <a:pPr>
                    <a:defRPr sz="1000" b="0" i="0" u="none" strike="noStrike" kern="1200" baseline="0" smtId="4294967295">
                      <a:solidFill>
                        <a:schemeClr val="bg1"/>
                      </a:solidFill>
                      <a:latin typeface="Avenir Medium" panose="02000603020000020003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"/>
                      <c:h val="0.1747025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4BA-403F-910F-59FC606763D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p>
                <a:pPr>
                  <a:defRPr sz="1000" b="0" i="0" u="none" strike="noStrike" kern="1200" baseline="0" smtId="4294967295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Small</c:v>
                </c:pt>
                <c:pt idx="1">
                  <c:v>Medium</c:v>
                </c:pt>
                <c:pt idx="2">
                  <c:v>Large</c:v>
                </c:pt>
                <c:pt idx="3">
                  <c:v>Total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2B57-4934-B1EC-109CD0E37A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1155526192"/>
        <c:axId val="1155519120"/>
      </c:barChart>
      <c:catAx>
        <c:axId val="1155526192"/>
        <c:scaling>
          <c:orientation/>
        </c:scaling>
        <c:delete val="1"/>
        <c:axPos val="l"/>
        <c:numFmt formatCode="General" sourceLinked="1"/>
        <c:majorTickMark val="none"/>
        <c:minorTickMark val="none"/>
        <c:crossAx val="1155519120"/>
        <c:auto val="0"/>
        <c:lblAlgn val="ctr"/>
        <c:lblOffset/>
        <c:noMultiLvlLbl val="0"/>
      </c:catAx>
      <c:valAx>
        <c:axId val="1155519120"/>
        <c:scaling>
          <c:orientation/>
        </c:scaling>
        <c:delete val="1"/>
        <c:axPos val="b"/>
        <c:numFmt formatCode="0%" sourceLinked="1"/>
        <c:majorTickMark val="out"/>
        <c:minorTickMark val="none"/>
        <c:crossAx val="1155526192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a="http://schemas.openxmlformats.org/drawingml/2006/main" xmlns:r="http://schemas.openxmlformats.org/officeDocument/2006/relationships" xmlns:cs="http://schemas.microsoft.com/office/drawing/2012/chartStyle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a="http://schemas.openxmlformats.org/drawingml/2006/main" xmlns:r="http://schemas.openxmlformats.org/officeDocument/2006/relationships" xmlns:cs="http://schemas.microsoft.com/office/drawing/2012/chartStyle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a="http://schemas.openxmlformats.org/drawingml/2006/main" xmlns:r="http://schemas.openxmlformats.org/officeDocument/2006/relationships" xmlns:cs="http://schemas.microsoft.com/office/drawing/2012/chartStyle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a="http://schemas.openxmlformats.org/drawingml/2006/main" xmlns:r="http://schemas.openxmlformats.org/officeDocument/2006/relationships" xmlns:cs="http://schemas.microsoft.com/office/drawing/2012/chartStyle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a="http://schemas.openxmlformats.org/drawingml/2006/main" xmlns:r="http://schemas.openxmlformats.org/officeDocument/2006/relationships" xmlns:cs="http://schemas.microsoft.com/office/drawing/2012/chartStyle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BA3334A-2D31-4098-A03F-5C56A22E235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DB7CF02-98A2-4EB5-805C-ABCDE038A9F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F04B573-6534-4257-8CE9-EF7506DDAC8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BD22B5EA-A94D-48A0-AC4C-8827E6BD4EF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5B574A60-4578-401E-B636-27C684A5EE1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D38F724C-1BEB-4063-9495-69138FC2895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949E3AA5-3ACF-4DB8-88AB-9EEA9ACD330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147DC76-226A-49E5-99F8-F963992AFD4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4DB43D3-F955-4C39-80B5-394FE546691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EE5F047-174E-40B3-BDBC-CF9FEFDB821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55847D2-79FB-41C8-902B-F51E5C2C025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76434388"/>
      </p:ext>
    </p:extLst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696318154"/>
      </p:ext>
    </p:extLst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779866988"/>
      </p:ext>
    </p:extLst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135245392"/>
      </p:ext>
    </p:extLst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022092090"/>
      </p:ext>
    </p:extLst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197182812"/>
      </p:ext>
    </p:extLst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316374079"/>
      </p:ext>
    </p:extLst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58393719"/>
      </p:ext>
    </p:extLst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89551791"/>
      </p:ext>
    </p:extLst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101525033"/>
      </p:ext>
    </p:extLst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530232330"/>
      </p:ext>
    </p:extLst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76434388"/>
      </p:ext>
    </p:extLst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696318154"/>
      </p:ext>
    </p:extLst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779866988"/>
      </p:ext>
    </p:extLst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135245392"/>
      </p:ext>
    </p:extLst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022092090"/>
      </p:ext>
    </p:extLst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197182812"/>
      </p:ext>
    </p:extLst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316374079"/>
      </p:ext>
    </p:extLst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158393719"/>
      </p:ext>
    </p:extLst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789551791"/>
      </p:ext>
    </p:extLst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4101525033"/>
      </p:ext>
    </p:extLst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2530232330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32.xml" /><Relationship Id="rId11" Type="http://schemas.openxmlformats.org/officeDocument/2006/relationships/slideLayout" Target="../slideLayouts/slideLayout33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25.xml" /><Relationship Id="rId4" Type="http://schemas.openxmlformats.org/officeDocument/2006/relationships/slideLayout" Target="../slideLayouts/slideLayout26.xml" /><Relationship Id="rId5" Type="http://schemas.openxmlformats.org/officeDocument/2006/relationships/slideLayout" Target="../slideLayouts/slideLayout27.xml" /><Relationship Id="rId6" Type="http://schemas.openxmlformats.org/officeDocument/2006/relationships/slideLayout" Target="../slideLayouts/slideLayout28.xml" /><Relationship Id="rId7" Type="http://schemas.openxmlformats.org/officeDocument/2006/relationships/slideLayout" Target="../slideLayouts/slideLayout29.xml" /><Relationship Id="rId8" Type="http://schemas.openxmlformats.org/officeDocument/2006/relationships/slideLayout" Target="../slideLayouts/slideLayout30.xml" /><Relationship Id="rId9" Type="http://schemas.openxmlformats.org/officeDocument/2006/relationships/slideLayout" Target="../slideLayouts/slideLayout3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iming/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/>
  <p:timing/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image" Target="../media/image1.png" /><Relationship Id="rId3" Type="http://schemas.openxmlformats.org/officeDocument/2006/relationships/chart" Target="../charts/chart1.xml" /><Relationship Id="rId4" Type="http://schemas.openxmlformats.org/officeDocument/2006/relationships/chart" Target="../charts/chart2.xml" /><Relationship Id="rId5" Type="http://schemas.openxmlformats.org/officeDocument/2006/relationships/chart" Target="../charts/chart3.xml" /><Relationship Id="rId6" Type="http://schemas.openxmlformats.org/officeDocument/2006/relationships/chart" Target="../charts/chart4.xml" /><Relationship Id="rId7" Type="http://schemas.openxmlformats.org/officeDocument/2006/relationships/chart" Target="../charts/chart5.xml" /><Relationship Id="rId8" Type="http://schemas.openxmlformats.org/officeDocument/2006/relationships/chart" Target="../charts/chart6.xml" /><Relationship Id="rId9" Type="http://schemas.openxmlformats.org/officeDocument/2006/relationships/chart" Target="../charts/char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 /><Relationship Id="rId2" Type="http://schemas.openxmlformats.org/officeDocument/2006/relationships/image" Target="../media/image1.png" /><Relationship Id="rId3" Type="http://schemas.openxmlformats.org/officeDocument/2006/relationships/chart" Target="../charts/chart8.xml" /><Relationship Id="rId4" Type="http://schemas.openxmlformats.org/officeDocument/2006/relationships/chart" Target="../charts/chart9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 PHtitleofthepager</a:t>
            </a:r>
            <a:endParaRPr lang="nl-NL" sz="160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06E8CC0-9A5A-462E-8E71-7FD962F58072}"/>
              </a:ext>
            </a:extLst>
          </p:cNvPr>
          <p:cNvSpPr txBox="1"/>
          <p:nvPr/>
        </p:nvSpPr>
        <p:spPr>
          <a:xfrm>
            <a:off x="756887" y="631222"/>
            <a:ext cx="11071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1000">
                <a:solidFill>
                  <a:srgbClr val="1A4359"/>
                </a:solidFill>
                <a:latin typeface="Avenir Light" panose="020b0402020203020204" pitchFamily="34" charset="0"/>
              </a:rPr>
              <a:t>#Responded:</a:t>
            </a:r>
          </a:p>
          <a:p>
            <a:pPr algn="ctr"/>
            <a:r>
              <a:rPr lang="en-US" sz="1100">
                <a:solidFill>
                  <a:srgbClr val="1A4359"/>
                </a:solidFill>
                <a:latin typeface="Avenir Medium" panose="02000603020000020003" pitchFamily="2" charset="0"/>
              </a:rPr>
              <a:t>PHVXX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E0BFE576-33DB-4E89-A84A-8AE930A256C7}"/>
              </a:ext>
            </a:extLst>
          </p:cNvPr>
          <p:cNvSpPr txBox="1"/>
          <p:nvPr/>
        </p:nvSpPr>
        <p:spPr>
          <a:xfrm>
            <a:off x="2875402" y="619506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950">
                <a:solidFill>
                  <a:srgbClr val="1A4359"/>
                </a:solidFill>
                <a:latin typeface="Avenir Light" panose="020b0402020203020204" pitchFamily="34" charset="0"/>
              </a:rPr>
              <a:t>#Invited:</a:t>
            </a:r>
          </a:p>
          <a:p>
            <a:pPr algn="ctr"/>
            <a:r>
              <a:rPr lang="en-US" sz="1100">
                <a:solidFill>
                  <a:srgbClr val="1A4359"/>
                </a:solidFill>
                <a:latin typeface="Avenir Medium" panose="02000603020000020003" pitchFamily="2" charset="0"/>
              </a:rPr>
              <a:t>PHVXY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6" name="Grafiek 15">
            <a:extLst>
              <a:ext uri="{FF2B5EF4-FFF2-40B4-BE49-F238E27FC236}">
                <a16:creationId xmlns:a16="http://schemas.microsoft.com/office/drawing/2014/main" id="{D9AF64AC-1F1A-4F78-97F1-05BCF8C0FD51}"/>
              </a:ext>
            </a:extLst>
          </p:cNvPr>
          <p:cNvGraphicFramePr/>
          <p:nvPr>
            <p:extLst>
              <p:ext uri="{D42A27DB-BD31-4B8C-83A1-F6EECF244321}">
                <p14:modId val="511963730"/>
              </p:ext>
            </p:extLst>
          </p:nvPr>
        </p:nvGraphicFramePr>
        <p:xfrm>
          <a:off x="1771061" y="1163069"/>
          <a:ext cx="1643909" cy="13857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kstvak 16">
            <a:extLst>
              <a:ext uri="{FF2B5EF4-FFF2-40B4-BE49-F238E27FC236}">
                <a16:creationId xmlns:a16="http://schemas.microsoft.com/office/drawing/2014/main" id="{CDB28205-448E-4997-AFCB-CAF1EF3D9E46}"/>
              </a:ext>
            </a:extLst>
          </p:cNvPr>
          <p:cNvSpPr txBox="1"/>
          <p:nvPr/>
        </p:nvSpPr>
        <p:spPr>
          <a:xfrm>
            <a:off x="2070817" y="183839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nl-NL" sz="1100">
                <a:solidFill>
                  <a:srgbClr val="1A4359"/>
                </a:solidFill>
                <a:latin typeface="Avenir Medium" panose="02000603020000020003" pitchFamily="2" charset="0"/>
              </a:rPr>
              <a:t>PHZXX</a:t>
            </a:r>
            <a:endParaRPr lang="en-US" sz="11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9" name="Grafiek 18">
            <a:extLst>
              <a:ext uri="{FF2B5EF4-FFF2-40B4-BE49-F238E27FC236}">
                <a16:creationId xmlns:a16="http://schemas.microsoft.com/office/drawing/2014/main" id="{02182651-8A78-4EB4-9877-D8BB941007E9}"/>
              </a:ext>
            </a:extLst>
          </p:cNvPr>
          <p:cNvGraphicFramePr/>
          <p:nvPr>
            <p:extLst>
              <p:ext uri="{D42A27DB-BD31-4B8C-83A1-F6EECF244321}">
                <p14:modId val="3952049355"/>
              </p:ext>
            </p:extLst>
          </p:nvPr>
        </p:nvGraphicFramePr>
        <p:xfrm>
          <a:off x="3438754" y="1165098"/>
          <a:ext cx="1643909" cy="138574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Tekstvak 19">
            <a:extLst>
              <a:ext uri="{FF2B5EF4-FFF2-40B4-BE49-F238E27FC236}">
                <a16:creationId xmlns:a16="http://schemas.microsoft.com/office/drawing/2014/main" id="{3AD23A8C-F146-4710-9CB7-D5160AFC080D}"/>
              </a:ext>
            </a:extLst>
          </p:cNvPr>
          <p:cNvSpPr txBox="1"/>
          <p:nvPr/>
        </p:nvSpPr>
        <p:spPr>
          <a:xfrm>
            <a:off x="3738510" y="184042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nl-NL" sz="1100">
                <a:solidFill>
                  <a:srgbClr val="1A4359"/>
                </a:solidFill>
                <a:latin typeface="Avenir Medium" panose="02000603020000020003" pitchFamily="2" charset="0"/>
              </a:rPr>
              <a:t>PHZYX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88187179-5155-4686-A544-A28A03D8AB3D}"/>
              </a:ext>
            </a:extLst>
          </p:cNvPr>
          <p:cNvSpPr txBox="1"/>
          <p:nvPr/>
        </p:nvSpPr>
        <p:spPr>
          <a:xfrm>
            <a:off x="4993917" y="621767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950">
                <a:solidFill>
                  <a:srgbClr val="1A4359"/>
                </a:solidFill>
                <a:latin typeface="Avenir Light" panose="020b0402020203020204" pitchFamily="34" charset="0"/>
              </a:rPr>
              <a:t>#Contacts:</a:t>
            </a:r>
          </a:p>
          <a:p>
            <a:pPr algn="ctr"/>
            <a:r>
              <a:rPr lang="en-US" sz="1100">
                <a:solidFill>
                  <a:srgbClr val="1A4359"/>
                </a:solidFill>
                <a:latin typeface="Avenir Medium" panose="02000603020000020003" pitchFamily="2" charset="0"/>
              </a:rPr>
              <a:t>PHVXZ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val="773585330"/>
              </p:ext>
            </p:extLst>
          </p:nvPr>
        </p:nvGraphicFramePr>
        <p:xfrm>
          <a:off x="1823879" y="3908916"/>
          <a:ext cx="3210242" cy="14627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6935"/>
          <a:stretch>
            <a:fillRect/>
          </a:stretch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graphicFrame>
        <p:nvGraphicFramePr>
          <p:cNvPr id="43" name="Grafiek 42">
            <a:extLst>
              <a:ext uri="{FF2B5EF4-FFF2-40B4-BE49-F238E27FC236}">
                <a16:creationId xmlns:a16="http://schemas.microsoft.com/office/drawing/2014/main" id="{7551BF50-E3DA-4D7A-9A82-7F99273084FD}"/>
              </a:ext>
            </a:extLst>
          </p:cNvPr>
          <p:cNvGraphicFramePr/>
          <p:nvPr>
            <p:extLst>
              <p:ext uri="{D42A27DB-BD31-4B8C-83A1-F6EECF244321}">
                <p14:modId val="272544556"/>
              </p:ext>
            </p:extLst>
          </p:nvPr>
        </p:nvGraphicFramePr>
        <p:xfrm>
          <a:off x="1825116" y="3669799"/>
          <a:ext cx="3207769" cy="291371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46" name="Grafiek 45">
            <a:extLst>
              <a:ext uri="{FF2B5EF4-FFF2-40B4-BE49-F238E27FC236}">
                <a16:creationId xmlns:a16="http://schemas.microsoft.com/office/drawing/2014/main" id="{C19D9A23-11F5-431B-AEC7-9CA6056EA6CD}"/>
              </a:ext>
            </a:extLst>
          </p:cNvPr>
          <p:cNvGraphicFramePr/>
          <p:nvPr>
            <p:extLst>
              <p:ext uri="{D42A27DB-BD31-4B8C-83A1-F6EECF244321}">
                <p14:modId val="1477304904"/>
              </p:ext>
            </p:extLst>
          </p:nvPr>
        </p:nvGraphicFramePr>
        <p:xfrm>
          <a:off x="1831313" y="2599125"/>
          <a:ext cx="1517300" cy="608273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47" name="Grafiek 46">
            <a:extLst>
              <a:ext uri="{FF2B5EF4-FFF2-40B4-BE49-F238E27FC236}">
                <a16:creationId xmlns:a16="http://schemas.microsoft.com/office/drawing/2014/main" id="{46F8CD61-2F28-4332-847B-E5E98AF3A3E1}"/>
              </a:ext>
            </a:extLst>
          </p:cNvPr>
          <p:cNvGraphicFramePr/>
          <p:nvPr>
            <p:extLst>
              <p:ext uri="{D42A27DB-BD31-4B8C-83A1-F6EECF244321}">
                <p14:modId val="3771669216"/>
              </p:ext>
            </p:extLst>
          </p:nvPr>
        </p:nvGraphicFramePr>
        <p:xfrm>
          <a:off x="3499544" y="2597627"/>
          <a:ext cx="1517300" cy="614871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2531775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1000">
                <a:solidFill>
                  <a:srgbClr val="1A4359"/>
                </a:solidFill>
                <a:latin typeface="Avenir Medium" panose="02000603020000020003" pitchFamily="2" charset="0"/>
              </a:rPr>
              <a:t>Net Promoter Scores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53" name="Rechte verbindingslijn 52">
            <a:extLst>
              <a:ext uri="{FF2B5EF4-FFF2-40B4-BE49-F238E27FC236}">
                <a16:creationId xmlns:a16="http://schemas.microsoft.com/office/drawing/2014/main" id="{E8C683DE-E328-4DB1-B4CB-7F03A2651FD8}"/>
              </a:ext>
            </a:extLst>
          </p:cNvPr>
          <p:cNvCxnSpPr/>
          <p:nvPr/>
        </p:nvCxnSpPr>
        <p:spPr>
          <a:xfrm>
            <a:off x="167584" y="109844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41">
            <a:extLst>
              <a:ext uri="{FF2B5EF4-FFF2-40B4-BE49-F238E27FC236}">
                <a16:creationId xmlns:a16="http://schemas.microsoft.com/office/drawing/2014/main" id="{1D681DE5-4E48-4A91-A511-E51127005B20}"/>
              </a:ext>
            </a:extLst>
          </p:cNvPr>
          <p:cNvCxnSpPr/>
          <p:nvPr/>
        </p:nvCxnSpPr>
        <p:spPr>
          <a:xfrm flipH="1" flipV="1">
            <a:off x="5045650" y="3344354"/>
            <a:ext cx="10185" cy="180000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Grafiek 32">
            <a:extLst>
              <a:ext uri="{FF2B5EF4-FFF2-40B4-BE49-F238E27FC236}">
                <a16:creationId xmlns:a16="http://schemas.microsoft.com/office/drawing/2014/main" id="{F309487D-5688-4E8C-984D-53B767E6B0BD}"/>
              </a:ext>
            </a:extLst>
          </p:cNvPr>
          <p:cNvGraphicFramePr/>
          <p:nvPr>
            <p:extLst>
              <p:ext uri="{D42A27DB-BD31-4B8C-83A1-F6EECF244321}">
                <p14:modId val="1166339134"/>
              </p:ext>
            </p:extLst>
          </p:nvPr>
        </p:nvGraphicFramePr>
        <p:xfrm>
          <a:off x="-8" y="5380577"/>
          <a:ext cx="6858008" cy="4030147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E5A47743-9CAB-4E3F-8040-1CD79103323D}"/>
              </a:ext>
            </a:extLst>
          </p:cNvPr>
          <p:cNvCxnSpPr/>
          <p:nvPr/>
        </p:nvCxnSpPr>
        <p:spPr>
          <a:xfrm>
            <a:off x="167584" y="3250334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B23721B5-FEE0-40A4-B3D4-F57A749EB114}"/>
              </a:ext>
            </a:extLst>
          </p:cNvPr>
          <p:cNvCxnSpPr/>
          <p:nvPr/>
        </p:nvCxnSpPr>
        <p:spPr>
          <a:xfrm>
            <a:off x="167584" y="537167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echte verbindingslijn 34">
            <a:extLst>
              <a:ext uri="{FF2B5EF4-FFF2-40B4-BE49-F238E27FC236}">
                <a16:creationId xmlns:a16="http://schemas.microsoft.com/office/drawing/2014/main" id="{8994FE7E-72F6-4621-A3AD-7858E4BA9BA9}"/>
              </a:ext>
            </a:extLst>
          </p:cNvPr>
          <p:cNvCxnSpPr/>
          <p:nvPr/>
        </p:nvCxnSpPr>
        <p:spPr>
          <a:xfrm flipH="1" flipV="1">
            <a:off x="1807983" y="3344354"/>
            <a:ext cx="10185" cy="180000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kstvak 1">
            <a:extLst>
              <a:ext uri="{FF2B5EF4-FFF2-40B4-BE49-F238E27FC236}">
                <a16:creationId xmlns:a16="http://schemas.microsoft.com/office/drawing/2014/main" id="{CC8F653C-D38F-A4F7-13ED-4E741ABE32AD}"/>
              </a:ext>
            </a:extLst>
          </p:cNvPr>
          <p:cNvSpPr txBox="1"/>
          <p:nvPr/>
        </p:nvSpPr>
        <p:spPr>
          <a:xfrm>
            <a:off x="-177800" y="9461385"/>
            <a:ext cx="721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685871" rtl="0" eaLnBrk="1" fontAlgn="ctr" latinLnBrk="0" hangingPunct="1"/>
            <a:r>
              <a:rPr lang="en-US" sz="800" u="none" strike="noStrike" kern="120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00" u="none" strike="noStrike" kern="120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</p:spTree>
    <p:extLst>
      <p:ext uri="{BB962C8B-B14F-4D97-AF65-F5344CB8AC3E}">
        <p14:creationId val="2688914278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PHtitleofthepager</a:t>
            </a:r>
            <a:endParaRPr lang="nl-NL" sz="160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6" name="Grafiek 5">
            <a:extLst>
              <a:ext uri="{FF2B5EF4-FFF2-40B4-BE49-F238E27FC236}">
                <a16:creationId xmlns:a16="http://schemas.microsoft.com/office/drawing/2014/main" id="{4CCD5B40-A799-4352-9C97-A727DB586AFE}"/>
              </a:ext>
            </a:extLst>
          </p:cNvPr>
          <p:cNvGraphicFramePr/>
          <p:nvPr>
            <p:extLst>
              <p:ext uri="{D42A27DB-BD31-4B8C-83A1-F6EECF244321}">
                <p14:modId val="1662318182"/>
              </p:ext>
            </p:extLst>
          </p:nvPr>
        </p:nvGraphicFramePr>
        <p:xfrm>
          <a:off x="4930559" y="705722"/>
          <a:ext cx="1789069" cy="184276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val="2357227151"/>
              </p:ext>
            </p:extLst>
          </p:nvPr>
        </p:nvGraphicFramePr>
        <p:xfrm>
          <a:off x="138372" y="1158133"/>
          <a:ext cx="4550397" cy="14627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6935"/>
          <a:stretch>
            <a:fillRect/>
          </a:stretch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1176070" y="721945"/>
            <a:ext cx="2475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PHnpstitle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685871" rtl="0" eaLnBrk="1" fontAlgn="ctr" latinLnBrk="0" hangingPunct="1"/>
            <a:r>
              <a:rPr lang="en-US" sz="800" u="none" strike="noStrike" kern="120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00" u="none" strike="noStrike" kern="120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B23721B5-FEE0-40A4-B3D4-F57A749EB114}"/>
              </a:ext>
            </a:extLst>
          </p:cNvPr>
          <p:cNvCxnSpPr/>
          <p:nvPr/>
        </p:nvCxnSpPr>
        <p:spPr>
          <a:xfrm>
            <a:off x="167584" y="2812631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kstvak 1">
            <a:extLst>
              <a:ext uri="{FF2B5EF4-FFF2-40B4-BE49-F238E27FC236}">
                <a16:creationId xmlns:a16="http://schemas.microsoft.com/office/drawing/2014/main" id="{73F17AEF-9696-A9D6-783B-A5792F066B44}"/>
              </a:ext>
            </a:extLst>
          </p:cNvPr>
          <p:cNvSpPr txBox="1"/>
          <p:nvPr/>
        </p:nvSpPr>
        <p:spPr>
          <a:xfrm>
            <a:off x="167585" y="2933139"/>
            <a:ext cx="6522832" cy="1700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en-US" sz="1100" i="1" err="1">
                <a:solidFill>
                  <a:srgbClr val="1A4359"/>
                </a:solidFill>
                <a:latin typeface="Avenir Medium" panose="02000603020000020003" pitchFamily="2" charset="0"/>
              </a:rPr>
              <a:t>PHrecommendation</a:t>
            </a:r>
            <a:r>
              <a:rPr lang="en-US" sz="1200" i="1">
                <a:solidFill>
                  <a:srgbClr val="1A4359"/>
                </a:solidFill>
                <a:latin typeface="Avenir Medium" panose="02000603020000020003" pitchFamily="2" charset="0"/>
              </a:rPr>
              <a:t>:</a:t>
            </a: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recommendationone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recommendationtwo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recommendationthree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recommendationfour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recommendationfive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recommendationsix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recommendationseven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recommendationeight</a:t>
            </a:r>
            <a:endParaRPr lang="en-US" sz="10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D759A504-9A8B-E1CA-9C92-08A91E5A9576}"/>
              </a:ext>
            </a:extLst>
          </p:cNvPr>
          <p:cNvCxnSpPr/>
          <p:nvPr/>
        </p:nvCxnSpPr>
        <p:spPr>
          <a:xfrm flipH="1">
            <a:off x="4919926" y="911741"/>
            <a:ext cx="0" cy="1678976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kstvak 26">
            <a:extLst>
              <a:ext uri="{FF2B5EF4-FFF2-40B4-BE49-F238E27FC236}">
                <a16:creationId xmlns:a16="http://schemas.microsoft.com/office/drawing/2014/main" id="{4E1483B1-BE14-8951-2140-73E144C00EE8}"/>
              </a:ext>
            </a:extLst>
          </p:cNvPr>
          <p:cNvSpPr txBox="1"/>
          <p:nvPr/>
        </p:nvSpPr>
        <p:spPr>
          <a:xfrm>
            <a:off x="5302895" y="1633087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nl-NL" sz="1100">
                <a:solidFill>
                  <a:srgbClr val="1A4359"/>
                </a:solidFill>
                <a:latin typeface="Avenir Medium" panose="02000603020000020003" pitchFamily="2" charset="0"/>
              </a:rPr>
              <a:t>PHREV</a:t>
            </a:r>
            <a:endParaRPr lang="en-US" sz="120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8638C1DE-F99B-B572-933B-32EB420000A3}"/>
              </a:ext>
            </a:extLst>
          </p:cNvPr>
          <p:cNvSpPr txBox="1"/>
          <p:nvPr/>
        </p:nvSpPr>
        <p:spPr>
          <a:xfrm>
            <a:off x="770716" y="1002420"/>
            <a:ext cx="498264" cy="23852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950">
                <a:solidFill>
                  <a:srgbClr val="1A4359"/>
                </a:solidFill>
                <a:latin typeface="Avenir Light" panose="020b0402020203020204" pitchFamily="34" charset="0"/>
              </a:rPr>
              <a:t>NPS: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68427453-E59D-DA47-154B-4412E4BCCDF2}"/>
              </a:ext>
            </a:extLst>
          </p:cNvPr>
          <p:cNvSpPr txBox="1"/>
          <p:nvPr/>
        </p:nvSpPr>
        <p:spPr>
          <a:xfrm>
            <a:off x="1264372" y="1001423"/>
            <a:ext cx="498264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sz="950">
                <a:solidFill>
                  <a:srgbClr val="1A4359"/>
                </a:solidFill>
                <a:latin typeface="Avenir Light" panose="020b0402020203020204" pitchFamily="34" charset="0"/>
              </a:rPr>
              <a:t>n: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601600E3-982D-417D-3435-F6DAF64DDD89}"/>
              </a:ext>
            </a:extLst>
          </p:cNvPr>
          <p:cNvSpPr txBox="1"/>
          <p:nvPr/>
        </p:nvSpPr>
        <p:spPr>
          <a:xfrm>
            <a:off x="5041617" y="721944"/>
            <a:ext cx="1524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err="1">
                <a:solidFill>
                  <a:srgbClr val="1A4359"/>
                </a:solidFill>
                <a:latin typeface="Avenir Medium" panose="02000603020000020003" pitchFamily="2" charset="0"/>
              </a:rPr>
              <a:t>PHcharttitle</a:t>
            </a:r>
            <a:endParaRPr lang="en-NL" sz="1000">
              <a:latin typeface="Avenir Medium" panose="02000603020000020003" pitchFamily="2" charset="0"/>
            </a:endParaRPr>
          </a:p>
        </p:txBody>
      </p:sp>
    </p:spTree>
    <p:extLst>
      <p:ext uri="{BB962C8B-B14F-4D97-AF65-F5344CB8AC3E}">
        <p14:creationId val="2688914278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15.0.140"/>
  <p:tag name="AS_RELEASE_DATE" val="2024.02.14"/>
  <p:tag name="AS_TITLE" val="Aspose.Slides for .NET6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27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Calibri</vt:lpstr>
      <vt:lpstr>Calibri Light</vt:lpstr>
      <vt:lpstr>Avenir Medium</vt:lpstr>
      <vt:lpstr>Avenir Light</vt:lpstr>
      <vt:lpstr>Arial Nova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2025-11-07T07:21:03.420</cp:lastPrinted>
  <dcterms:created xsi:type="dcterms:W3CDTF">2025-11-07T07:21:03Z</dcterms:created>
  <dcterms:modified xsi:type="dcterms:W3CDTF">2025-11-07T07:21:03Z</dcterms:modified>
</cp:coreProperties>
</file>