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359"/>
    <a:srgbClr val="FFFFFF"/>
    <a:srgbClr val="39364C"/>
    <a:srgbClr val="B4C7E7"/>
    <a:srgbClr val="DEEBF7"/>
    <a:srgbClr val="5F5F5F"/>
    <a:srgbClr val="B0DFE5"/>
    <a:srgbClr val="415573"/>
    <a:srgbClr val="202332"/>
    <a:srgbClr val="009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55" autoAdjust="0"/>
    <p:restoredTop sz="94660"/>
  </p:normalViewPr>
  <p:slideViewPr>
    <p:cSldViewPr snapToGrid="0">
      <p:cViewPr varScale="1">
        <p:scale>
          <a:sx n="76" d="100"/>
          <a:sy n="76" d="100"/>
        </p:scale>
        <p:origin x="30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 dirty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178709405447625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 dirty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4877289436337416"/>
          <c:y val="9.164718863228477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NL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62-4DEE-95A5-55B67953B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NL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NL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3703466079363E-2"/>
          <c:y val="2.3872989173038036E-2"/>
          <c:w val="0.95925930678412741"/>
          <c:h val="0.9611519517963497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316767632"/>
        <c:crossesAt val="0.25"/>
        <c:auto val="0"/>
        <c:lblAlgn val="ctr"/>
        <c:lblOffset val="100"/>
        <c:noMultiLvlLbl val="0"/>
      </c:catAx>
      <c:valAx>
        <c:axId val="1316767632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316758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10-7-2025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 </a:t>
            </a:r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875402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963730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1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049355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3585330"/>
              </p:ext>
            </p:extLst>
          </p:nvPr>
        </p:nvGraphicFramePr>
        <p:xfrm>
          <a:off x="1823879" y="3908916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graphicFrame>
        <p:nvGraphicFramePr>
          <p:cNvPr id="43" name="Grafiek 42">
            <a:extLst>
              <a:ext uri="{FF2B5EF4-FFF2-40B4-BE49-F238E27FC236}">
                <a16:creationId xmlns:a16="http://schemas.microsoft.com/office/drawing/2014/main" id="{7551BF50-E3DA-4D7A-9A82-7F99273084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4556"/>
              </p:ext>
            </p:extLst>
          </p:nvPr>
        </p:nvGraphicFramePr>
        <p:xfrm>
          <a:off x="1825116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7304904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1669216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253177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Promoter</a:t>
            </a: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 Scores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>
            <a:cxnSpLocks/>
          </p:cNvCxnSpPr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1D681DE5-4E48-4A91-A511-E51127005B20}"/>
              </a:ext>
            </a:extLst>
          </p:cNvPr>
          <p:cNvCxnSpPr>
            <a:cxnSpLocks/>
          </p:cNvCxnSpPr>
          <p:nvPr/>
        </p:nvCxnSpPr>
        <p:spPr>
          <a:xfrm flipH="1" flipV="1">
            <a:off x="5045650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>
            <a:cxnSpLocks/>
          </p:cNvCxnSpPr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8994FE7E-72F6-4621-A3AD-7858E4BA9BA9}"/>
              </a:ext>
            </a:extLst>
          </p:cNvPr>
          <p:cNvCxnSpPr>
            <a:cxnSpLocks/>
          </p:cNvCxnSpPr>
          <p:nvPr/>
        </p:nvCxnSpPr>
        <p:spPr>
          <a:xfrm flipH="1" flipV="1">
            <a:off x="1807983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CC8F653C-D38F-A4F7-13ED-4E741ABE32AD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8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12144</TotalTime>
  <Words>44</Words>
  <Application>Microsoft Office PowerPoint</Application>
  <PresentationFormat>Aangepast</PresentationFormat>
  <Paragraphs>33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164</cp:revision>
  <dcterms:created xsi:type="dcterms:W3CDTF">2020-08-04T09:12:03Z</dcterms:created>
  <dcterms:modified xsi:type="dcterms:W3CDTF">2025-07-10T11:35:47Z</dcterms:modified>
</cp:coreProperties>
</file>