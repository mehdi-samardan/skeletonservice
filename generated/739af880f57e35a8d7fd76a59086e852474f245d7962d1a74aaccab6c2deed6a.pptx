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0000_slide1.xml" ContentType="application/vnd.openxmlformats-officedocument.presentationml.slide+xml"/>
  <Override PartName="/ppt/slides/sl0001_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>
  <ns0:sldMasterIdLst>
    <ns0:sldMasterId id="2147483672" ns1:id="rId1"/>
  </ns0:sldMasterIdLst>
  <ns0:sldIdLst>
    <ns0:sldId id="256" ns1:id="rId2"/>
    <ns0:sldId id="257" ns1:id="rId7"/>
  </ns0:sldIdLst>
  <ns0:sldSz cx="6858000" cy="9698038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359"/>
    <a:srgbClr val="FFFFFF"/>
    <a:srgbClr val="39364C"/>
    <a:srgbClr val="B4C7E7"/>
    <a:srgbClr val="DEEBF7"/>
    <a:srgbClr val="5F5F5F"/>
    <a:srgbClr val="B0DFE5"/>
    <a:srgbClr val="415573"/>
    <a:srgbClr val="202332"/>
    <a:srgbClr val="0099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8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ns0:Relationships xmlns:ns0="http://schemas.openxmlformats.org/package/2006/relationships"><ns0:Relationship Id="rId3" Type="http://schemas.openxmlformats.org/officeDocument/2006/relationships/presProps" Target="presProps.xml" /><ns0:Relationship Id="rId1" Type="http://schemas.openxmlformats.org/officeDocument/2006/relationships/slideMaster" Target="slideMasters/slideMaster1.xml" /><ns0:Relationship Id="rId6" Type="http://schemas.openxmlformats.org/officeDocument/2006/relationships/tableStyles" Target="tableStyles.xml" /><ns0:Relationship Id="rId5" Type="http://schemas.openxmlformats.org/officeDocument/2006/relationships/theme" Target="theme/theme1.xml" /><ns0:Relationship Id="rId4" Type="http://schemas.openxmlformats.org/officeDocument/2006/relationships/viewProps" Target="viewProps.xml" /><ns0:Relationship Id="rId2" Type="http://schemas.openxmlformats.org/officeDocument/2006/relationships/slide" Target="slides/sl0000_slide1.xml" /><ns0:Relationship Id="rId7" Type="http://schemas.openxmlformats.org/officeDocument/2006/relationships/slide" Target="slides/sl0001_slide1.xml" /></ns0: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Response rate</a:t>
            </a:r>
          </a:p>
        </c:rich>
      </c:tx>
      <c:layout>
        <c:manualLayout>
          <c:xMode val="edge"/>
          <c:yMode val="edge"/>
          <c:x val="0.2178709405447625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22-470F-80DB-186E866F9FC5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47E-46B7-B710-31F7D973FCE3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22-470F-80DB-186E866F9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Gross coverage</a:t>
            </a:r>
          </a:p>
        </c:rich>
      </c:tx>
      <c:layout>
        <c:manualLayout>
          <c:xMode val="edge"/>
          <c:yMode val="edge"/>
          <c:x val="0.202419963635456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99-4266-9E19-B1A5B2218D0D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99-4266-9E19-B1A5B2218D0D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99-4266-9E19-B1A5B2218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Net </a:t>
            </a:r>
            <a:r>
              <a:rPr lang="nl-NL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coverage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c:rich>
      </c:tx>
      <c:layout>
        <c:manualLayout>
          <c:xMode val="edge"/>
          <c:yMode val="edge"/>
          <c:x val="0.2024199636354567"/>
          <c:y val="9.164718863228477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B3D-4703-BD27-AFD6549F6F3E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3D-4703-BD27-AFD6549F6F3E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3D-4703-BD27-AFD6549F6F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Delivery rate</a:t>
            </a:r>
          </a:p>
        </c:rich>
      </c:tx>
      <c:layout>
        <c:manualLayout>
          <c:xMode val="edge"/>
          <c:yMode val="edge"/>
          <c:x val="0.25649838281802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7AA-4919-9CC7-0BBC415FC70A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7AA-4919-9CC7-0BBC415FC70A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AA-4919-9CC7-0BBC415FC7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912-4BEB-8449-C22FD1441D7E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912-4BEB-8449-C22FD1441D7E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B912-4BEB-8449-C22FD1441D7E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B912-4BEB-8449-C22FD1441D7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12-4BEB-8449-C22FD1441D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EA9F-4DD7-A5C1-8D259A7175C1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A9F-4DD7-A5C1-8D259A7175C1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A9F-4DD7-A5C1-8D259A7175C1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A9F-4DD7-A5C1-8D259A7175C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9F-4DD7-A5C1-8D259A7175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1DD-45F3-9814-5E16A728293D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1DD-45F3-9814-5E16A728293D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1DD-45F3-9814-5E16A728293D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1DD-45F3-9814-5E16A72829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DD-45F3-9814-5E16A72829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55E8-4A08-894C-DD15BE23D5B3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5E8-4A08-894C-DD15BE23D5B3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55E8-4A08-894C-DD15BE23D5B3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5E8-4A08-894C-DD15BE23D5B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E8-4A08-894C-DD15BE23D5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3703466079363E-2"/>
          <c:y val="2.3872989173038036E-2"/>
          <c:w val="0.95925930678412741"/>
          <c:h val="0.9611519517963497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1316767632"/>
        <c:crossesAt val="0.25"/>
        <c:auto val="0"/>
        <c:lblAlgn val="ctr"/>
        <c:lblOffset val="100"/>
        <c:noMultiLvlLbl val="0"/>
      </c:catAx>
      <c:valAx>
        <c:axId val="1316767632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316758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3964552506991819E-2"/>
          <c:w val="1"/>
          <c:h val="0.7465827139453045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B57-4934-B1EC-109CD0E37A52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B57-4934-B1EC-109CD0E37A52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B57-4934-B1EC-109CD0E37A52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2B57-4934-B1EC-109CD0E37A52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2B57-4934-B1EC-109CD0E37A52}"/>
                </c:ext>
              </c:extLst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2B57-4934-B1EC-109CD0E37A52}"/>
                </c:ext>
              </c:extLst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57-4934-B1EC-109CD0E37A5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74BA-403F-910F-59FC606763D7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4BA-403F-910F-59FC606763D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74BA-403F-910F-59FC606763D7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4BA-403F-910F-59FC606763D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B57-4934-B1EC-109CD0E37A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8822289318"/>
          <c:w val="1"/>
          <c:h val="0.68801922355421363"/>
        </c:manualLayout>
      </c:layout>
      <c:lineChart>
        <c:grouping val="standar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62-4DEE-95A5-55B67953B4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4478464"/>
        <c:axId val="1164478048"/>
      </c:lineChart>
      <c:catAx>
        <c:axId val="1164478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 val="100"/>
        <c:noMultiLvlLbl val="0"/>
      </c:catAx>
      <c:valAx>
        <c:axId val="1164478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6447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 Nova" panose="020B0504020202020204" pitchFamily="34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3964552506991819E-2"/>
          <c:w val="1"/>
          <c:h val="0.7465827139453045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527-4EAF-8264-9BFFABFEEF75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527-4EAF-8264-9BFFABFEEF75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C527-4EAF-8264-9BFFABFEEF75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527-4EAF-8264-9BFFABFEEF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527-4EAF-8264-9BFFABFEEF75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C527-4EAF-8264-9BFFABFEEF75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C527-4EAF-8264-9BFFABFEEF75}"/>
                </c:ext>
              </c:extLst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C527-4EAF-8264-9BFFABFEEF75}"/>
                </c:ext>
              </c:extLst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C527-4EAF-8264-9BFFABFEEF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527-4EAF-8264-9BFFABFEEF75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C527-4EAF-8264-9BFFABFEEF75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C527-4EAF-8264-9BFFABFEEF75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C527-4EAF-8264-9BFFABFEEF75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C527-4EAF-8264-9BFFABFEEF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527-4EAF-8264-9BFFABFEEF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8822289318"/>
          <c:w val="1"/>
          <c:h val="0.68801922355421363"/>
        </c:manualLayout>
      </c:layout>
      <c:lineChart>
        <c:grouping val="standar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9B-4CC4-BC49-4E47E0D26E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4478464"/>
        <c:axId val="1164478048"/>
      </c:lineChart>
      <c:catAx>
        <c:axId val="1164478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 val="100"/>
        <c:noMultiLvlLbl val="0"/>
      </c:catAx>
      <c:valAx>
        <c:axId val="1164478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6447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 Nova" panose="020B05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643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631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986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524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20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718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3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3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55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52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023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0000_slide1.xml.rels><ns0:Relationships xmlns:ns0="http://schemas.openxmlformats.org/package/2006/relationships"><ns0:Relationship Id="rId8" Type="http://schemas.openxmlformats.org/officeDocument/2006/relationships/chart" Target="../charts/chart6.xml" /><ns0:Relationship Id="rId13" Type="http://schemas.openxmlformats.org/officeDocument/2006/relationships/chart" Target="../charts/chart11.xml" /><ns0:Relationship Id="rId3" Type="http://schemas.openxmlformats.org/officeDocument/2006/relationships/chart" Target="../charts/chart1.xml" /><ns0:Relationship Id="rId7" Type="http://schemas.openxmlformats.org/officeDocument/2006/relationships/chart" Target="../charts/chart5.xml" /><ns0:Relationship Id="rId12" Type="http://schemas.openxmlformats.org/officeDocument/2006/relationships/chart" Target="../charts/chart10.xml" /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2.xml" /><ns0:Relationship Id="rId6" Type="http://schemas.openxmlformats.org/officeDocument/2006/relationships/chart" Target="../charts/chart4.xml" /><ns0:Relationship Id="rId11" Type="http://schemas.openxmlformats.org/officeDocument/2006/relationships/chart" Target="../charts/chart9.xml" /><ns0:Relationship Id="rId5" Type="http://schemas.openxmlformats.org/officeDocument/2006/relationships/chart" Target="../charts/chart3.xml" /><ns0:Relationship Id="rId15" Type="http://schemas.openxmlformats.org/officeDocument/2006/relationships/chart" Target="../charts/chart13.xml" /><ns0:Relationship Id="rId10" Type="http://schemas.openxmlformats.org/officeDocument/2006/relationships/chart" Target="../charts/chart8.xml" /><ns0:Relationship Id="rId4" Type="http://schemas.openxmlformats.org/officeDocument/2006/relationships/chart" Target="../charts/chart2.xml" /><ns0:Relationship Id="rId9" Type="http://schemas.openxmlformats.org/officeDocument/2006/relationships/chart" Target="../charts/chart7.xml" /><ns0:Relationship Id="rId14" Type="http://schemas.openxmlformats.org/officeDocument/2006/relationships/chart" Target="../charts/chart12.xml" /></ns0:Relationships>
</file>

<file path=ppt/slides/_rels/sl0001_slide1.xml.rels><ns0:Relationships xmlns:ns0="http://schemas.openxmlformats.org/package/2006/relationships"><ns0:Relationship Id="rId3" Type="http://schemas.openxmlformats.org/officeDocument/2006/relationships/chart" Target="../charts/chart1.xml" /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2.xml" /><ns0:Relationship Id="rId4" Type="http://schemas.openxmlformats.org/officeDocument/2006/relationships/chart" Target="../charts/chart2.xml" /></ns0:Relationships>
</file>

<file path=ppt/slides/sl0000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 dirty="0" err="1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 dirty="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6" name="Grafiek 5">
            <a:extLst>
              <a:ext uri="{FF2B5EF4-FFF2-40B4-BE49-F238E27FC236}">
                <a16:creationId xmlns:a16="http://schemas.microsoft.com/office/drawing/2014/main" id="{4CCD5B40-A799-4352-9C97-A727DB586A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6351643"/>
              </p:ext>
            </p:extLst>
          </p:nvPr>
        </p:nvGraphicFramePr>
        <p:xfrm>
          <a:off x="103368" y="1163069"/>
          <a:ext cx="1643909" cy="1382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kstvak 6">
            <a:extLst>
              <a:ext uri="{FF2B5EF4-FFF2-40B4-BE49-F238E27FC236}">
                <a16:creationId xmlns:a16="http://schemas.microsoft.com/office/drawing/2014/main" id="{33D8309E-9E28-4580-BC80-2DC8DCADD122}"/>
              </a:ext>
            </a:extLst>
          </p:cNvPr>
          <p:cNvSpPr txBox="1"/>
          <p:nvPr/>
        </p:nvSpPr>
        <p:spPr>
          <a:xfrm>
            <a:off x="403124" y="183675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06E8CC0-9A5A-462E-8E71-7FD962F58072}"/>
              </a:ext>
            </a:extLst>
          </p:cNvPr>
          <p:cNvSpPr txBox="1"/>
          <p:nvPr/>
        </p:nvSpPr>
        <p:spPr>
          <a:xfrm>
            <a:off x="756887" y="631222"/>
            <a:ext cx="1107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Light" panose="020B0402020203020204" pitchFamily="34" charset="0"/>
              </a:rPr>
              <a:t>#Responded: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E0BFE576-33DB-4E89-A84A-8AE930A256C7}"/>
              </a:ext>
            </a:extLst>
          </p:cNvPr>
          <p:cNvSpPr txBox="1"/>
          <p:nvPr/>
        </p:nvSpPr>
        <p:spPr>
          <a:xfrm>
            <a:off x="2169230" y="619506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#Invited: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PHVXY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6" name="Grafiek 15">
            <a:extLst>
              <a:ext uri="{FF2B5EF4-FFF2-40B4-BE49-F238E27FC236}">
                <a16:creationId xmlns:a16="http://schemas.microsoft.com/office/drawing/2014/main" id="{D9AF64AC-1F1A-4F78-97F1-05BCF8C0FD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1088577"/>
              </p:ext>
            </p:extLst>
          </p:nvPr>
        </p:nvGraphicFramePr>
        <p:xfrm>
          <a:off x="1771061" y="1163069"/>
          <a:ext cx="1643909" cy="1385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kstvak 16">
            <a:extLst>
              <a:ext uri="{FF2B5EF4-FFF2-40B4-BE49-F238E27FC236}">
                <a16:creationId xmlns:a16="http://schemas.microsoft.com/office/drawing/2014/main" id="{CDB28205-448E-4997-AFCB-CAF1EF3D9E46}"/>
              </a:ext>
            </a:extLst>
          </p:cNvPr>
          <p:cNvSpPr txBox="1"/>
          <p:nvPr/>
        </p:nvSpPr>
        <p:spPr>
          <a:xfrm>
            <a:off x="2070817" y="183839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PHZXY</a:t>
            </a:r>
            <a:endParaRPr lang="en-US" sz="11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9" name="Grafiek 18">
            <a:extLst>
              <a:ext uri="{FF2B5EF4-FFF2-40B4-BE49-F238E27FC236}">
                <a16:creationId xmlns:a16="http://schemas.microsoft.com/office/drawing/2014/main" id="{02182651-8A78-4EB4-9877-D8BB941007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4344131"/>
              </p:ext>
            </p:extLst>
          </p:nvPr>
        </p:nvGraphicFramePr>
        <p:xfrm>
          <a:off x="3438754" y="1165098"/>
          <a:ext cx="1643909" cy="1385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kstvak 19">
            <a:extLst>
              <a:ext uri="{FF2B5EF4-FFF2-40B4-BE49-F238E27FC236}">
                <a16:creationId xmlns:a16="http://schemas.microsoft.com/office/drawing/2014/main" id="{3AD23A8C-F146-4710-9CB7-D5160AFC080D}"/>
              </a:ext>
            </a:extLst>
          </p:cNvPr>
          <p:cNvSpPr txBox="1"/>
          <p:nvPr/>
        </p:nvSpPr>
        <p:spPr>
          <a:xfrm>
            <a:off x="3738510" y="184042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PHZXZ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22" name="Grafiek 21">
            <a:extLst>
              <a:ext uri="{FF2B5EF4-FFF2-40B4-BE49-F238E27FC236}">
                <a16:creationId xmlns:a16="http://schemas.microsoft.com/office/drawing/2014/main" id="{75370646-B8A1-4A1A-8FEC-CED7CF5B8C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9077703"/>
              </p:ext>
            </p:extLst>
          </p:nvPr>
        </p:nvGraphicFramePr>
        <p:xfrm>
          <a:off x="5106446" y="1163068"/>
          <a:ext cx="1643909" cy="1387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3" name="Tekstvak 22">
            <a:extLst>
              <a:ext uri="{FF2B5EF4-FFF2-40B4-BE49-F238E27FC236}">
                <a16:creationId xmlns:a16="http://schemas.microsoft.com/office/drawing/2014/main" id="{EDEA152B-C1AB-4C76-9F19-2ECAE81D7292}"/>
              </a:ext>
            </a:extLst>
          </p:cNvPr>
          <p:cNvSpPr txBox="1"/>
          <p:nvPr/>
        </p:nvSpPr>
        <p:spPr>
          <a:xfrm>
            <a:off x="5406202" y="1839595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PHZYX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65F7CF20-4F6A-46F0-A829-24C5FEACB72D}"/>
              </a:ext>
            </a:extLst>
          </p:cNvPr>
          <p:cNvSpPr txBox="1"/>
          <p:nvPr/>
        </p:nvSpPr>
        <p:spPr>
          <a:xfrm>
            <a:off x="3581573" y="614072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#Contacts: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PHVXZ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88187179-5155-4686-A544-A28A03D8AB3D}"/>
              </a:ext>
            </a:extLst>
          </p:cNvPr>
          <p:cNvSpPr txBox="1"/>
          <p:nvPr/>
        </p:nvSpPr>
        <p:spPr>
          <a:xfrm>
            <a:off x="4993917" y="621767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#Customers: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PHVYX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graphicFrame>
        <p:nvGraphicFramePr>
          <p:cNvPr id="44" name="Grafiek 43">
            <a:extLst>
              <a:ext uri="{FF2B5EF4-FFF2-40B4-BE49-F238E27FC236}">
                <a16:creationId xmlns:a16="http://schemas.microsoft.com/office/drawing/2014/main" id="{C5A3DE29-F231-4949-9D50-9015B991AE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0278063"/>
              </p:ext>
            </p:extLst>
          </p:nvPr>
        </p:nvGraphicFramePr>
        <p:xfrm>
          <a:off x="162095" y="2599125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6" name="Grafiek 45">
            <a:extLst>
              <a:ext uri="{FF2B5EF4-FFF2-40B4-BE49-F238E27FC236}">
                <a16:creationId xmlns:a16="http://schemas.microsoft.com/office/drawing/2014/main" id="{C19D9A23-11F5-431B-AEC7-9CA6056EA6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6882687"/>
              </p:ext>
            </p:extLst>
          </p:nvPr>
        </p:nvGraphicFramePr>
        <p:xfrm>
          <a:off x="1831313" y="2599125"/>
          <a:ext cx="1517300" cy="608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7" name="Grafiek 46">
            <a:extLst>
              <a:ext uri="{FF2B5EF4-FFF2-40B4-BE49-F238E27FC236}">
                <a16:creationId xmlns:a16="http://schemas.microsoft.com/office/drawing/2014/main" id="{46F8CD61-2F28-4332-847B-E5E98AF3A3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0124081"/>
              </p:ext>
            </p:extLst>
          </p:nvPr>
        </p:nvGraphicFramePr>
        <p:xfrm>
          <a:off x="3499544" y="2597627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8" name="Grafiek 47">
            <a:extLst>
              <a:ext uri="{FF2B5EF4-FFF2-40B4-BE49-F238E27FC236}">
                <a16:creationId xmlns:a16="http://schemas.microsoft.com/office/drawing/2014/main" id="{F9443147-797D-4BC5-9FF6-7AF7C2B796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2005730"/>
              </p:ext>
            </p:extLst>
          </p:nvPr>
        </p:nvGraphicFramePr>
        <p:xfrm>
          <a:off x="5169750" y="2599125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E8C683DE-E328-4DB1-B4CB-7F03A2651FD8}"/>
              </a:ext>
            </a:extLst>
          </p:cNvPr>
          <p:cNvCxnSpPr>
            <a:cxnSpLocks/>
          </p:cNvCxnSpPr>
          <p:nvPr/>
        </p:nvCxnSpPr>
        <p:spPr>
          <a:xfrm>
            <a:off x="167584" y="109844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en-US" sz="90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5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6339134"/>
              </p:ext>
            </p:extLst>
          </p:nvPr>
        </p:nvGraphicFramePr>
        <p:xfrm>
          <a:off x="-8" y="5380577"/>
          <a:ext cx="6858008" cy="4030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>
            <a:cxnSpLocks/>
          </p:cNvCxnSpPr>
          <p:nvPr/>
        </p:nvCxnSpPr>
        <p:spPr>
          <a:xfrm>
            <a:off x="167584" y="3250334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>
            <a:cxnSpLocks/>
          </p:cNvCxnSpPr>
          <p:nvPr/>
        </p:nvCxnSpPr>
        <p:spPr>
          <a:xfrm>
            <a:off x="167584" y="537167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4138750"/>
              </p:ext>
            </p:extLst>
          </p:nvPr>
        </p:nvGraphicFramePr>
        <p:xfrm>
          <a:off x="202137" y="3908916"/>
          <a:ext cx="3210242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43" name="Grafiek 42">
            <a:extLst>
              <a:ext uri="{FF2B5EF4-FFF2-40B4-BE49-F238E27FC236}">
                <a16:creationId xmlns:a16="http://schemas.microsoft.com/office/drawing/2014/main" id="{7551BF50-E3DA-4D7A-9A82-7F99273084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6361614"/>
              </p:ext>
            </p:extLst>
          </p:nvPr>
        </p:nvGraphicFramePr>
        <p:xfrm>
          <a:off x="203374" y="3669799"/>
          <a:ext cx="3207769" cy="29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910033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Net </a:t>
            </a:r>
            <a:r>
              <a:rPr lang="nl-NL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Promoter</a:t>
            </a:r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 Scores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1D681DE5-4E48-4A91-A511-E51127005B20}"/>
              </a:ext>
            </a:extLst>
          </p:cNvPr>
          <p:cNvCxnSpPr>
            <a:cxnSpLocks/>
          </p:cNvCxnSpPr>
          <p:nvPr/>
        </p:nvCxnSpPr>
        <p:spPr>
          <a:xfrm flipH="1" flipV="1">
            <a:off x="3423908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Grafiek 1">
            <a:extLst>
              <a:ext uri="{FF2B5EF4-FFF2-40B4-BE49-F238E27FC236}">
                <a16:creationId xmlns:a16="http://schemas.microsoft.com/office/drawing/2014/main" id="{954E8DCF-C940-5E90-E26E-483C51749F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7460129"/>
              </p:ext>
            </p:extLst>
          </p:nvPr>
        </p:nvGraphicFramePr>
        <p:xfrm>
          <a:off x="3445622" y="3895401"/>
          <a:ext cx="3210242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8" name="Grafiek 7">
            <a:extLst>
              <a:ext uri="{FF2B5EF4-FFF2-40B4-BE49-F238E27FC236}">
                <a16:creationId xmlns:a16="http://schemas.microsoft.com/office/drawing/2014/main" id="{4643652B-053D-4FF6-59F6-3A75063A99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7356300"/>
              </p:ext>
            </p:extLst>
          </p:nvPr>
        </p:nvGraphicFramePr>
        <p:xfrm>
          <a:off x="3441895" y="3669799"/>
          <a:ext cx="3207769" cy="29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9" name="Tekstvak 8">
            <a:extLst>
              <a:ext uri="{FF2B5EF4-FFF2-40B4-BE49-F238E27FC236}">
                <a16:creationId xmlns:a16="http://schemas.microsoft.com/office/drawing/2014/main" id="{E2948A1A-1B20-1B43-0779-F41BCA5F951B}"/>
              </a:ext>
            </a:extLst>
          </p:cNvPr>
          <p:cNvSpPr txBox="1"/>
          <p:nvPr/>
        </p:nvSpPr>
        <p:spPr>
          <a:xfrm>
            <a:off x="4202195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NPS cohort (</a:t>
            </a:r>
            <a:r>
              <a:rPr lang="nl-NL" sz="1000">
                <a:solidFill>
                  <a:srgbClr val="1A4359"/>
                </a:solidFill>
                <a:latin typeface="Avenir Medium" panose="02000603020000020003" pitchFamily="2" charset="0"/>
              </a:rPr>
              <a:t>n=PHCOHN)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914278"/>
      </p:ext>
    </p:extLst>
  </p:cSld>
  <p:clrMapOvr>
    <a:masterClrMapping/>
  </p:clrMapOvr>
</p:sld>
</file>

<file path=ppt/slides/sl000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 dirty="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6" name="Grafiek 5">
            <a:extLst>
              <a:ext uri="{FF2B5EF4-FFF2-40B4-BE49-F238E27FC236}">
                <a16:creationId xmlns:a16="http://schemas.microsoft.com/office/drawing/2014/main" id="{4CCD5B40-A799-4352-9C97-A727DB586A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2318182"/>
              </p:ext>
            </p:extLst>
          </p:nvPr>
        </p:nvGraphicFramePr>
        <p:xfrm>
          <a:off x="4930559" y="705722"/>
          <a:ext cx="1789069" cy="1842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7227151"/>
              </p:ext>
            </p:extLst>
          </p:nvPr>
        </p:nvGraphicFramePr>
        <p:xfrm>
          <a:off x="138372" y="1158133"/>
          <a:ext cx="4550397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1176070" y="721945"/>
            <a:ext cx="2475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PHnpstitle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en-US" sz="80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0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>
            <a:cxnSpLocks/>
          </p:cNvCxnSpPr>
          <p:nvPr/>
        </p:nvCxnSpPr>
        <p:spPr>
          <a:xfrm>
            <a:off x="167584" y="2812631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kstvak 1">
            <a:extLst>
              <a:ext uri="{FF2B5EF4-FFF2-40B4-BE49-F238E27FC236}">
                <a16:creationId xmlns:a16="http://schemas.microsoft.com/office/drawing/2014/main" id="{73F17AEF-9696-A9D6-783B-A5792F066B44}"/>
              </a:ext>
            </a:extLst>
          </p:cNvPr>
          <p:cNvSpPr txBox="1"/>
          <p:nvPr/>
        </p:nvSpPr>
        <p:spPr>
          <a:xfrm>
            <a:off x="167585" y="2933139"/>
            <a:ext cx="6522832" cy="1700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100" i="1" dirty="0" err="1">
                <a:solidFill>
                  <a:srgbClr val="1A4359"/>
                </a:solidFill>
                <a:latin typeface="Avenir Medium" panose="02000603020000020003" pitchFamily="2" charset="0"/>
              </a:rPr>
              <a:t>PHrecommendation</a:t>
            </a:r>
            <a:r>
              <a:rPr lang="en-US" sz="1200" i="1" dirty="0">
                <a:solidFill>
                  <a:srgbClr val="1A4359"/>
                </a:solidFill>
                <a:latin typeface="Avenir Medium" panose="02000603020000020003" pitchFamily="2" charset="0"/>
              </a:rPr>
              <a:t>:</a:t>
            </a: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recommendationone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recommendationtwo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recommendationthree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recommendationfour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recommendationfive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recommendationsix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recommendationseven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recommendationeight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D759A504-9A8B-E1CA-9C92-08A91E5A9576}"/>
              </a:ext>
            </a:extLst>
          </p:cNvPr>
          <p:cNvCxnSpPr>
            <a:cxnSpLocks/>
          </p:cNvCxnSpPr>
          <p:nvPr/>
        </p:nvCxnSpPr>
        <p:spPr>
          <a:xfrm>
            <a:off x="4919926" y="911741"/>
            <a:ext cx="0" cy="1678976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4E1483B1-BE14-8951-2140-73E144C00EE8}"/>
              </a:ext>
            </a:extLst>
          </p:cNvPr>
          <p:cNvSpPr txBox="1"/>
          <p:nvPr/>
        </p:nvSpPr>
        <p:spPr>
          <a:xfrm>
            <a:off x="5302895" y="1633087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PHREV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8638C1DE-F99B-B572-933B-32EB420000A3}"/>
              </a:ext>
            </a:extLst>
          </p:cNvPr>
          <p:cNvSpPr txBox="1"/>
          <p:nvPr/>
        </p:nvSpPr>
        <p:spPr>
          <a:xfrm>
            <a:off x="770716" y="1002420"/>
            <a:ext cx="498264" cy="23852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NPS: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68427453-E59D-DA47-154B-4412E4BCCDF2}"/>
              </a:ext>
            </a:extLst>
          </p:cNvPr>
          <p:cNvSpPr txBox="1"/>
          <p:nvPr/>
        </p:nvSpPr>
        <p:spPr>
          <a:xfrm>
            <a:off x="1264372" y="1001423"/>
            <a:ext cx="498264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n: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601600E3-982D-417D-3435-F6DAF64DDD89}"/>
              </a:ext>
            </a:extLst>
          </p:cNvPr>
          <p:cNvSpPr txBox="1"/>
          <p:nvPr/>
        </p:nvSpPr>
        <p:spPr>
          <a:xfrm>
            <a:off x="5041617" y="721944"/>
            <a:ext cx="1524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PHcharttitle</a:t>
            </a:r>
            <a:endParaRPr lang="en-NL" sz="1000" dirty="0"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91427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11752</TotalTime>
  <Words>80</Words>
  <Application>Microsoft Office PowerPoint</Application>
  <PresentationFormat>Aangepast</PresentationFormat>
  <Paragraphs>60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Arial</vt:lpstr>
      <vt:lpstr>Avenir Light</vt:lpstr>
      <vt:lpstr>Avenir Medium</vt:lpstr>
      <vt:lpstr>Calibri</vt:lpstr>
      <vt:lpstr>Calibri Light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Marco Strijker</dc:creator>
  <cp:lastModifiedBy>Marco Strijker</cp:lastModifiedBy>
  <cp:revision>161</cp:revision>
  <dcterms:created xsi:type="dcterms:W3CDTF">2020-08-04T09:12:03Z</dcterms:created>
  <dcterms:modified xsi:type="dcterms:W3CDTF">2024-07-11T11:54:20Z</dcterms:modified>
</cp:coreProperties>
</file>