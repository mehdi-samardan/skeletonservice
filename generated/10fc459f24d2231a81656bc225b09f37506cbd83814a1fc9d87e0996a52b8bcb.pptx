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slides/sl0000_slide1.xml" ContentType="application/vnd.openxmlformats-officedocument.presentationml.slide+xml"/>
  <Override PartName="/ppt/slides/sl0001_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xmlns:ns4="http://customooxmlschemas.google.com/" firstSlideNum="0" showSpecialPlsOnTitleSld="0" strictFirstAndLastChars="0" saveSubsetFonts="1" autoCompressPictures="0">
  <ns0:sldMasterIdLst>
    <ns0:sldMasterId id="2147483648" ns1:id="rId1"/>
  </ns0:sldMasterIdLst>
  <ns0:notesMasterIdLst>
    <ns0:notesMasterId ns1:id="rId3"/>
  </ns0:notesMasterIdLst>
  <ns0:sldIdLst>
    <ns0:sldId id="256" ns1:id="rId2"/>
    <ns0:sldId id="257" ns1:id="rId4"/>
  </ns0:sldIdLst>
  <ns0:sldSz cx="10799763" cy="7667625"/>
  <ns0:notesSz cx="6858000" cy="9144000"/>
  <ns0:defaultTextStyle>
    <ns2:defPPr marR="0" lvl="0" algn="l" rtl="0">
      <ns2:lnSpc>
        <ns2:spcPct val="100000"/>
      </ns2:lnSpc>
      <ns2:spcBef>
        <ns2:spcPts val="0"/>
      </ns2:spcBef>
      <ns2:spcAft>
        <ns2:spcPts val="0"/>
      </ns2:spcAft>
    </ns2:defPPr>
    <ns2:lvl1pPr marR="0" lvl="0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1pPr>
    <ns2:lvl2pPr marR="0" lvl="1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2pPr>
    <ns2:lvl3pPr marR="0" lvl="2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3pPr>
    <ns2:lvl4pPr marR="0" lvl="3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4pPr>
    <ns2:lvl5pPr marR="0" lvl="4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5pPr>
    <ns2:lvl6pPr marR="0" lvl="5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6pPr>
    <ns2:lvl7pPr marR="0" lvl="6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7pPr>
    <ns2:lvl8pPr marR="0" lvl="7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8pPr>
    <ns2:lvl9pPr marR="0" lvl="8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9pPr>
  </ns0:defaultTextStyle>
  <ns0:extLst>
    <ns0:ext uri="{EFAFB233-063F-42B5-8137-9DF3F51BA10A}">
      <ns3:sldGuideLst/>
    </ns0:ext>
    <ns0:ext uri="http://customooxmlschemas.google.com/">
      <ns4:slidesCustomData ns1:id="rId36" roundtripDataSignature="AMtx7miu4zi8monFm8P8qm9RZcIGLnBC1g=="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3950"/>
    <a:srgbClr val="374B66"/>
    <a:srgbClr val="2C354E"/>
    <a:srgbClr val="9CD79B"/>
    <a:srgbClr val="FFA601"/>
    <a:srgbClr val="000000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2DFCB8-AEB9-4C52-BBAB-5A2C2984F3B9}">
  <a:tblStyle styleId="{A82DFCB8-AEB9-4C52-BBAB-5A2C2984F3B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24"/>
    <p:restoredTop sz="94733"/>
  </p:normalViewPr>
  <p:slideViewPr>
    <p:cSldViewPr snapToGrid="0">
      <p:cViewPr varScale="1">
        <p:scale>
          <a:sx n="61" d="100"/>
          <a:sy n="61" d="100"/>
        </p:scale>
        <p:origin x="32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ns0:Relationships xmlns:ns0="http://schemas.openxmlformats.org/package/2006/relationships"><ns0:Relationship Id="rId39" Type="http://schemas.openxmlformats.org/officeDocument/2006/relationships/theme" Target="theme/theme1.xml" /><ns0:Relationship Id="rId3" Type="http://schemas.openxmlformats.org/officeDocument/2006/relationships/notesMaster" Target="notesMasters/notesMaster1.xml" /><ns0:Relationship Id="rId38" Type="http://schemas.openxmlformats.org/officeDocument/2006/relationships/viewProps" Target="viewProps.xml" /><ns0:Relationship Id="rId1" Type="http://schemas.openxmlformats.org/officeDocument/2006/relationships/slideMaster" Target="slideMasters/slideMaster1.xml" /><ns0:Relationship Id="rId37" Type="http://schemas.openxmlformats.org/officeDocument/2006/relationships/presProps" Target="presProps.xml" /><ns0:Relationship Id="rId40" Type="http://schemas.openxmlformats.org/officeDocument/2006/relationships/tableStyles" Target="tableStyles.xml" /><ns0:Relationship Id="rId36" Type="http://customschemas.google.com/relationships/presentationmetadata" Target="metadata" /><ns0:Relationship Id="rId2" Type="http://schemas.openxmlformats.org/officeDocument/2006/relationships/slide" Target="slides/sl0000_slide1.xml" /><ns0:Relationship Id="rId4" Type="http://schemas.openxmlformats.org/officeDocument/2006/relationships/slide" Target="slides/sl0001_slide1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nl-N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el en object">
  <p:cSld name="10_Titel en 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2"/>
          <p:cNvSpPr/>
          <p:nvPr/>
        </p:nvSpPr>
        <p:spPr>
          <a:xfrm rot="5400000">
            <a:off x="-2150866" y="2150867"/>
            <a:ext cx="7668388" cy="3366655"/>
          </a:xfrm>
          <a:prstGeom prst="rect">
            <a:avLst/>
          </a:prstGeom>
          <a:solidFill>
            <a:srgbClr val="3C395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lang="en-NL"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92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2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2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27" name="Google Shape;27;p92"/>
          <p:cNvSpPr txBox="1">
            <a:spLocks noGrp="1"/>
          </p:cNvSpPr>
          <p:nvPr>
            <p:ph type="body" idx="1"/>
          </p:nvPr>
        </p:nvSpPr>
        <p:spPr>
          <a:xfrm>
            <a:off x="4507627" y="106025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92"/>
          <p:cNvSpPr txBox="1">
            <a:spLocks noGrp="1"/>
          </p:cNvSpPr>
          <p:nvPr>
            <p:ph type="body" idx="2"/>
          </p:nvPr>
        </p:nvSpPr>
        <p:spPr>
          <a:xfrm>
            <a:off x="4507627" y="2307669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92"/>
          <p:cNvSpPr txBox="1">
            <a:spLocks noGrp="1"/>
          </p:cNvSpPr>
          <p:nvPr>
            <p:ph type="body" idx="3"/>
          </p:nvPr>
        </p:nvSpPr>
        <p:spPr>
          <a:xfrm>
            <a:off x="4507627" y="36745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92"/>
          <p:cNvSpPr txBox="1">
            <a:spLocks noGrp="1"/>
          </p:cNvSpPr>
          <p:nvPr>
            <p:ph type="body" idx="4"/>
          </p:nvPr>
        </p:nvSpPr>
        <p:spPr>
          <a:xfrm>
            <a:off x="4507627" y="500360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92"/>
          <p:cNvSpPr txBox="1">
            <a:spLocks noGrp="1"/>
          </p:cNvSpPr>
          <p:nvPr>
            <p:ph type="body" idx="5"/>
          </p:nvPr>
        </p:nvSpPr>
        <p:spPr>
          <a:xfrm>
            <a:off x="4507627" y="639619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92"/>
          <p:cNvSpPr/>
          <p:nvPr/>
        </p:nvSpPr>
        <p:spPr>
          <a:xfrm>
            <a:off x="2820150" y="773863"/>
            <a:ext cx="939801" cy="939800"/>
          </a:xfrm>
          <a:prstGeom prst="ellipse">
            <a:avLst/>
          </a:prstGeom>
          <a:solidFill>
            <a:srgbClr val="F97146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92"/>
          <p:cNvSpPr txBox="1"/>
          <p:nvPr/>
        </p:nvSpPr>
        <p:spPr>
          <a:xfrm>
            <a:off x="3067798" y="993006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" name="Google Shape;35;p92"/>
          <p:cNvPicPr preferRelativeResize="0"/>
          <p:nvPr/>
        </p:nvPicPr>
        <p:blipFill rotWithShape="1">
          <a:blip r:embed="rId2">
            <a:alphaModFix/>
          </a:blip>
          <a:srcRect l="51674" r="17298"/>
          <a:stretch/>
        </p:blipFill>
        <p:spPr>
          <a:xfrm>
            <a:off x="0" y="-1"/>
            <a:ext cx="3366656" cy="766762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92"/>
          <p:cNvSpPr/>
          <p:nvPr/>
        </p:nvSpPr>
        <p:spPr>
          <a:xfrm>
            <a:off x="2820150" y="206291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92"/>
          <p:cNvSpPr/>
          <p:nvPr/>
        </p:nvSpPr>
        <p:spPr>
          <a:xfrm>
            <a:off x="2820150" y="3418638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92"/>
          <p:cNvSpPr/>
          <p:nvPr/>
        </p:nvSpPr>
        <p:spPr>
          <a:xfrm>
            <a:off x="2820150" y="477436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92"/>
          <p:cNvSpPr txBox="1"/>
          <p:nvPr/>
        </p:nvSpPr>
        <p:spPr>
          <a:xfrm>
            <a:off x="3067798" y="225975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92"/>
          <p:cNvSpPr txBox="1"/>
          <p:nvPr/>
        </p:nvSpPr>
        <p:spPr>
          <a:xfrm>
            <a:off x="3067798" y="3626635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92"/>
          <p:cNvSpPr txBox="1"/>
          <p:nvPr/>
        </p:nvSpPr>
        <p:spPr>
          <a:xfrm>
            <a:off x="3051172" y="499057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92"/>
          <p:cNvSpPr/>
          <p:nvPr/>
        </p:nvSpPr>
        <p:spPr>
          <a:xfrm>
            <a:off x="2820150" y="6166954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92"/>
          <p:cNvSpPr txBox="1"/>
          <p:nvPr/>
        </p:nvSpPr>
        <p:spPr>
          <a:xfrm>
            <a:off x="3067798" y="6383165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eldia">
  <p:cSld name="7_Titeldia 2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03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0" name="Google Shape;740;p103" descr="Afbeelding met zitten, hangen, tafel, klok&#10;&#10;Automatisch gegenereerde beschrijving"/>
          <p:cNvPicPr preferRelativeResize="0"/>
          <p:nvPr/>
        </p:nvPicPr>
        <p:blipFill rotWithShape="1">
          <a:blip r:embed="rId2">
            <a:alphaModFix/>
          </a:blip>
          <a:srcRect l="27779" r="17554"/>
          <a:stretch/>
        </p:blipFill>
        <p:spPr>
          <a:xfrm>
            <a:off x="4895986" y="-3390"/>
            <a:ext cx="5903777" cy="7671014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03"/>
          <p:cNvSpPr/>
          <p:nvPr/>
        </p:nvSpPr>
        <p:spPr>
          <a:xfrm>
            <a:off x="4647677" y="1007565"/>
            <a:ext cx="921639" cy="993821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2" name="Google Shape;742;p103"/>
          <p:cNvPicPr preferRelativeResize="0"/>
          <p:nvPr/>
        </p:nvPicPr>
        <p:blipFill rotWithShape="1">
          <a:blip r:embed="rId3">
            <a:alphaModFix/>
          </a:blip>
          <a:srcRect r="24458"/>
          <a:stretch/>
        </p:blipFill>
        <p:spPr>
          <a:xfrm>
            <a:off x="585398" y="4716890"/>
            <a:ext cx="2350308" cy="108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el en object">
  <p:cSld name="17_Titel en object"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4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104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104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747" name="Google Shape;747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2330" y="6872710"/>
            <a:ext cx="639665" cy="468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04"/>
          <p:cNvSpPr txBox="1">
            <a:spLocks noGrp="1"/>
          </p:cNvSpPr>
          <p:nvPr>
            <p:ph type="body" idx="1"/>
          </p:nvPr>
        </p:nvSpPr>
        <p:spPr>
          <a:xfrm>
            <a:off x="3882600" y="9479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49" name="Google Shape;749;p104"/>
          <p:cNvSpPr txBox="1">
            <a:spLocks noGrp="1"/>
          </p:cNvSpPr>
          <p:nvPr>
            <p:ph type="body" idx="2"/>
          </p:nvPr>
        </p:nvSpPr>
        <p:spPr>
          <a:xfrm>
            <a:off x="3882600" y="219537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0" name="Google Shape;750;p104"/>
          <p:cNvSpPr txBox="1">
            <a:spLocks noGrp="1"/>
          </p:cNvSpPr>
          <p:nvPr>
            <p:ph type="body" idx="3"/>
          </p:nvPr>
        </p:nvSpPr>
        <p:spPr>
          <a:xfrm>
            <a:off x="3882600" y="356225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1" name="Google Shape;751;p104"/>
          <p:cNvSpPr txBox="1">
            <a:spLocks noGrp="1"/>
          </p:cNvSpPr>
          <p:nvPr>
            <p:ph type="body" idx="4"/>
          </p:nvPr>
        </p:nvSpPr>
        <p:spPr>
          <a:xfrm>
            <a:off x="3882600" y="489131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2" name="Google Shape;752;p104"/>
          <p:cNvSpPr txBox="1">
            <a:spLocks noGrp="1"/>
          </p:cNvSpPr>
          <p:nvPr>
            <p:ph type="body" idx="5"/>
          </p:nvPr>
        </p:nvSpPr>
        <p:spPr>
          <a:xfrm>
            <a:off x="3882600" y="628390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ekop">
  <p:cSld name="2_Sectiekop"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05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5" name="Google Shape;755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22904"/>
            <a:ext cx="10772030" cy="7612063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105"/>
          <p:cNvSpPr/>
          <p:nvPr/>
        </p:nvSpPr>
        <p:spPr>
          <a:xfrm>
            <a:off x="4033157" y="2219980"/>
            <a:ext cx="1812472" cy="2172405"/>
          </a:xfrm>
          <a:prstGeom prst="rect">
            <a:avLst/>
          </a:prstGeom>
          <a:solidFill>
            <a:srgbClr val="3B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05"/>
          <p:cNvSpPr txBox="1"/>
          <p:nvPr/>
        </p:nvSpPr>
        <p:spPr>
          <a:xfrm>
            <a:off x="2642992" y="2685307"/>
            <a:ext cx="5043902" cy="143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742484" y="408232"/>
            <a:ext cx="9314796" cy="14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20"/>
              <a:buFont typeface="Calibri"/>
              <a:buNone/>
              <a:defRPr sz="4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7418" algn="l" rtl="0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chemeClr val="dk1"/>
              </a:buClr>
              <a:buSzPts val="3131"/>
              <a:buFont typeface="Arial"/>
              <a:buChar char="•"/>
              <a:defRPr sz="31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8970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683"/>
              <a:buFont typeface="Arial"/>
              <a:buChar char="•"/>
              <a:defRPr sz="26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0586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236"/>
              <a:buFont typeface="Arial"/>
              <a:buChar char="•"/>
              <a:defRPr sz="22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62" r:id="rId2"/>
    <p:sldLayoutId id="2147483663" r:id="rId3"/>
    <p:sldLayoutId id="2147483664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0000_slide1.xml.rels><ns0:Relationships xmlns:ns0="http://schemas.openxmlformats.org/package/2006/relationships"><ns0:Relationship Id="rId3" Type="http://schemas.openxmlformats.org/officeDocument/2006/relationships/image" Target="../media/image5.emf" /><ns0:Relationship Id="rId2" Type="http://schemas.openxmlformats.org/officeDocument/2006/relationships/notesSlide" Target="../notesSlides/notesSlide1.xml" /><ns0:Relationship Id="rId1" Type="http://schemas.openxmlformats.org/officeDocument/2006/relationships/slideLayout" Target="../slideLayouts/slideLayout1.xml" /></ns0:Relationships>
</file>

<file path=ppt/slides/_rels/sl0001_slide1.xml.rels><ns0:Relationships xmlns:ns0="http://schemas.openxmlformats.org/package/2006/relationships"><ns0:Relationship Id="rId3" Type="http://schemas.openxmlformats.org/officeDocument/2006/relationships/image" Target="../media/image2.emf" /><ns0:Relationship Id="rId2" Type="http://schemas.openxmlformats.org/officeDocument/2006/relationships/notesSlide" Target="../notesSlides/notesSlide1.xml" /><ns0:Relationship Id="rId1" Type="http://schemas.openxmlformats.org/officeDocument/2006/relationships/slideLayout" Target="../slideLayouts/slideLayout1.xml" /></ns0:Relationships>
</file>

<file path=ppt/slides/sl0000_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68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nl-NL" sz="1200">
                <a:latin typeface="Avenir Book" panose="02000503020000020003" pitchFamily="2" charset="0"/>
              </a:rPr>
              <a:t>0</a:t>
            </a:fld>
            <a:endParaRPr sz="1200">
              <a:latin typeface="Avenir Book" panose="02000503020000020003" pitchFamily="2" charset="0"/>
            </a:endParaRPr>
          </a:p>
        </p:txBody>
      </p:sp>
      <p:sp>
        <p:nvSpPr>
          <p:cNvPr id="768" name="Google Shape;768;p68"/>
          <p:cNvSpPr txBox="1">
            <a:spLocks noGrp="1"/>
          </p:cNvSpPr>
          <p:nvPr>
            <p:ph type="body" idx="1"/>
          </p:nvPr>
        </p:nvSpPr>
        <p:spPr>
          <a:xfrm>
            <a:off x="4507627" y="106025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</a:pPr>
            <a:r>
              <a:rPr lang="nl-NL" dirty="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PHtitleone</a:t>
            </a:r>
            <a:endParaRPr dirty="0">
              <a:latin typeface="Avenir Book" panose="02000503020000020003" pitchFamily="2" charset="0"/>
            </a:endParaRPr>
          </a:p>
        </p:txBody>
      </p:sp>
      <p:sp>
        <p:nvSpPr>
          <p:cNvPr id="769" name="Google Shape;769;p68"/>
          <p:cNvSpPr txBox="1">
            <a:spLocks noGrp="1"/>
          </p:cNvSpPr>
          <p:nvPr>
            <p:ph type="body" idx="2"/>
          </p:nvPr>
        </p:nvSpPr>
        <p:spPr>
          <a:xfrm>
            <a:off x="4507627" y="2307669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</a:pPr>
            <a:r>
              <a:rPr lang="nl-NL" sz="2000" dirty="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PHtitletwo</a:t>
            </a:r>
            <a:endParaRPr lang="nl-NL" dirty="0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sp>
        <p:nvSpPr>
          <p:cNvPr id="770" name="Google Shape;770;p68"/>
          <p:cNvSpPr txBox="1">
            <a:spLocks noGrp="1"/>
          </p:cNvSpPr>
          <p:nvPr>
            <p:ph type="body" idx="3"/>
          </p:nvPr>
        </p:nvSpPr>
        <p:spPr>
          <a:xfrm>
            <a:off x="4507627" y="36745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</a:pPr>
            <a:r>
              <a:rPr lang="nl-NL" sz="2000" dirty="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PHtitlethree</a:t>
            </a:r>
            <a:endParaRPr dirty="0">
              <a:latin typeface="Avenir Book" panose="02000503020000020003" pitchFamily="2" charset="0"/>
            </a:endParaRPr>
          </a:p>
        </p:txBody>
      </p:sp>
      <p:sp>
        <p:nvSpPr>
          <p:cNvPr id="771" name="Google Shape;771;p68"/>
          <p:cNvSpPr txBox="1">
            <a:spLocks noGrp="1"/>
          </p:cNvSpPr>
          <p:nvPr>
            <p:ph type="body" idx="4"/>
          </p:nvPr>
        </p:nvSpPr>
        <p:spPr>
          <a:xfrm>
            <a:off x="4507627" y="500360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lvl="0" indent="0" algn="l" rtl="0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2000"/>
              <a:buNone/>
            </a:pPr>
            <a:r>
              <a:rPr lang="nl-NL" sz="2000" dirty="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PHtitlefour</a:t>
            </a:r>
            <a:endParaRPr dirty="0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sp>
        <p:nvSpPr>
          <p:cNvPr id="772" name="Google Shape;772;p68"/>
          <p:cNvSpPr txBox="1">
            <a:spLocks noGrp="1"/>
          </p:cNvSpPr>
          <p:nvPr>
            <p:ph type="body" idx="5"/>
          </p:nvPr>
        </p:nvSpPr>
        <p:spPr>
          <a:xfrm>
            <a:off x="4507627" y="639619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lvl="0" indent="0" algn="l" rtl="0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2000"/>
              <a:buNone/>
            </a:pPr>
            <a:r>
              <a:rPr lang="nl-NL" sz="2000" dirty="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PHtitlefive</a:t>
            </a:r>
            <a:endParaRPr dirty="0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C46D6113-FE0C-86D7-4018-7151C1E89B5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7200" y="7038000"/>
            <a:ext cx="356400" cy="316800"/>
          </a:xfrm>
          <a:prstGeom prst="rect">
            <a:avLst/>
          </a:prstGeom>
        </p:spPr>
      </p:pic>
    </p:spTree>
  </p:cSld>
  <p:clrMapOvr>
    <a:masterClrMapping/>
  </p:clrMapOvr>
</p:sld>
</file>

<file path=ppt/slides/sl0001_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72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nl-NL" sz="1200">
                <a:latin typeface="Avenir Book" panose="02000503020000020003" pitchFamily="2" charset="0"/>
              </a:rPr>
              <a:t>0</a:t>
            </a:fld>
            <a:endParaRPr sz="1200">
              <a:latin typeface="Avenir Book" panose="02000503020000020003" pitchFamily="2" charset="0"/>
            </a:endParaRPr>
          </a:p>
        </p:txBody>
      </p:sp>
      <p:sp>
        <p:nvSpPr>
          <p:cNvPr id="798" name="Google Shape;798;p72"/>
          <p:cNvSpPr txBox="1">
            <a:spLocks noGrp="1"/>
          </p:cNvSpPr>
          <p:nvPr>
            <p:ph type="body" idx="1"/>
          </p:nvPr>
        </p:nvSpPr>
        <p:spPr>
          <a:xfrm>
            <a:off x="4507627" y="106025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</a:pPr>
            <a:r>
              <a:rPr lang="nl-NL" dirty="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PHtitleone</a:t>
            </a:r>
            <a:endParaRPr lang="nl-NL" dirty="0">
              <a:latin typeface="Avenir Book" panose="02000503020000020003" pitchFamily="2" charset="0"/>
            </a:endParaRPr>
          </a:p>
        </p:txBody>
      </p:sp>
      <p:sp>
        <p:nvSpPr>
          <p:cNvPr id="799" name="Google Shape;799;p72"/>
          <p:cNvSpPr txBox="1">
            <a:spLocks noGrp="1"/>
          </p:cNvSpPr>
          <p:nvPr>
            <p:ph type="body" idx="2"/>
          </p:nvPr>
        </p:nvSpPr>
        <p:spPr>
          <a:xfrm>
            <a:off x="4507627" y="2307669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</a:pPr>
            <a:r>
              <a:rPr lang="nl-NL" sz="2000" dirty="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PHtitletwo</a:t>
            </a:r>
            <a:endParaRPr lang="nl-NL" dirty="0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sp>
        <p:nvSpPr>
          <p:cNvPr id="800" name="Google Shape;800;p72"/>
          <p:cNvSpPr txBox="1">
            <a:spLocks noGrp="1"/>
          </p:cNvSpPr>
          <p:nvPr>
            <p:ph type="body" idx="3"/>
          </p:nvPr>
        </p:nvSpPr>
        <p:spPr>
          <a:xfrm>
            <a:off x="4507627" y="36745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</a:pPr>
            <a:r>
              <a:rPr lang="nl-NL" sz="2000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PHtitlethree</a:t>
            </a:r>
            <a:endParaRPr dirty="0">
              <a:latin typeface="Avenir Book" panose="02000503020000020003" pitchFamily="2" charset="0"/>
            </a:endParaRPr>
          </a:p>
        </p:txBody>
      </p:sp>
      <p:sp>
        <p:nvSpPr>
          <p:cNvPr id="801" name="Google Shape;801;p72"/>
          <p:cNvSpPr txBox="1">
            <a:spLocks noGrp="1"/>
          </p:cNvSpPr>
          <p:nvPr>
            <p:ph type="body" idx="4"/>
          </p:nvPr>
        </p:nvSpPr>
        <p:spPr>
          <a:xfrm>
            <a:off x="4507627" y="500360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lvl="0" indent="0" algn="l" rtl="0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2000"/>
              <a:buNone/>
            </a:pPr>
            <a:r>
              <a:rPr lang="nl-NL" sz="2000" dirty="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PHtitlefour</a:t>
            </a:r>
            <a:endParaRPr dirty="0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sp>
        <p:nvSpPr>
          <p:cNvPr id="802" name="Google Shape;802;p72"/>
          <p:cNvSpPr txBox="1">
            <a:spLocks noGrp="1"/>
          </p:cNvSpPr>
          <p:nvPr>
            <p:ph type="body" idx="5"/>
          </p:nvPr>
        </p:nvSpPr>
        <p:spPr>
          <a:xfrm>
            <a:off x="4507627" y="639619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indent="0"/>
            <a:r>
              <a:rPr lang="nl-NL" sz="2000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PHtitlefive</a:t>
            </a:r>
            <a:endParaRPr lang="nl-NL" dirty="0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05B0C49B-D7DA-DD88-0ED3-71E0EEAD7D2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7200" y="7038000"/>
            <a:ext cx="356400" cy="31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</TotalTime>
  <Words>6</Words>
  <Application>Microsoft Office PowerPoint</Application>
  <PresentationFormat>Aangepast</PresentationFormat>
  <Paragraphs>6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6" baseType="lpstr">
      <vt:lpstr>Arial</vt:lpstr>
      <vt:lpstr>Avenir</vt:lpstr>
      <vt:lpstr>Avenir Book</vt:lpstr>
      <vt:lpstr>Calibri</vt:lpstr>
      <vt:lpstr>Kantoorthema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Mulder, M. (Mariska, Student M-BA)</dc:creator>
  <cp:lastModifiedBy>Marco Strijker</cp:lastModifiedBy>
  <cp:revision>24</cp:revision>
  <dcterms:created xsi:type="dcterms:W3CDTF">2019-10-18T11:39:41Z</dcterms:created>
  <dcterms:modified xsi:type="dcterms:W3CDTF">2025-03-21T11:37:42Z</dcterms:modified>
</cp:coreProperties>
</file>