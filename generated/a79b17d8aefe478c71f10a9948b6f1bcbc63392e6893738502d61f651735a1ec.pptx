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emf" ContentType="image/x-emf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98" r:id="rId2"/>
    <p:sldMasterId id="2147483703" r:id="rId3"/>
  </p:sldMasterIdLst>
  <p:notesMasterIdLst>
    <p:notesMasterId r:id="rId4"/>
  </p:notesMasterIdLst>
  <p:sldIdLst>
    <p:sldId id="257" r:id="rId5"/>
    <p:sldId id="258" r:id="rId6"/>
  </p:sldIdLst>
  <p:sldSz cx="10799763" cy="7667625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44"/>
        <p:cNvGrpSpPr/>
        <p:nvPr/>
      </p:nvGrpSpPr>
      <p:grpSpPr>
        <a:xfrm>
          <a:off x="0" y="0"/>
          <a: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emf" /><Relationship Id="rId2" Type="http://schemas.openxmlformats.org/officeDocument/2006/relationships/image" Target="../media/image2.emf" /><Relationship Id="rId3" Type="http://schemas.openxmlformats.org/officeDocument/2006/relationships/image" Target="../media/image3.emf" /><Relationship Id="rId4" Type="http://schemas.openxmlformats.org/officeDocument/2006/relationships/image" Target="../media/image4.png" /><Relationship Id="rId5" Type="http://schemas.openxmlformats.org/officeDocument/2006/relationships/image" Target="../media/image5.png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emf" /><Relationship Id="rId2" Type="http://schemas.openxmlformats.org/officeDocument/2006/relationships/image" Target="../media/image7.emf" /><Relationship Id="rId3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emf" /><Relationship Id="rId2" Type="http://schemas.openxmlformats.org/officeDocument/2006/relationships/image" Target="../media/image7.emf" /><Relationship Id="rId3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emf" /><Relationship Id="rId2" Type="http://schemas.openxmlformats.org/officeDocument/2006/relationships/image" Target="../media/image6.emf" /><Relationship Id="rId3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emf" /><Relationship Id="rId2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emf" /><Relationship Id="rId2" Type="http://schemas.openxmlformats.org/officeDocument/2006/relationships/image" Target="../media/image9.png" /><Relationship Id="rId3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emf" /><Relationship Id="rId2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emf" /><Relationship Id="rId2" Type="http://schemas.openxmlformats.org/officeDocument/2006/relationships/image" Target="../media/image9.png" /><Relationship Id="rId3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.emf" /><Relationship Id="rId2" Type="http://schemas.openxmlformats.org/officeDocument/2006/relationships/image" Target="../media/image11.emf" /><Relationship Id="rId3" Type="http://schemas.openxmlformats.org/officeDocument/2006/relationships/image" Target="../media/image12.emf" /><Relationship Id="rId4" Type="http://schemas.openxmlformats.org/officeDocument/2006/relationships/image" Target="../media/image4.png" /><Relationship Id="rId5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3.png" /><Relationship Id="rId2" Type="http://schemas.openxmlformats.org/officeDocument/2006/relationships/image" Target="../media/image14.png" /><Relationship Id="rId3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9AA92A2-8BB4-4B89-A024-2B9D8D38ADA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133CA2C-E34C-4B6F-B83E-992D4E03B19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8C1175-FB52-4210-A3B2-BDEA7A6E272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DEE86E4-511F-4D32-985F-FA4B5E500A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07D5E2A-8AE3-4101-893F-F0A5B380361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3084900-77CF-487A-9010-0238C1AF4DB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E6F4ABF-DE27-41D3-8406-81AF1D9D4AE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415564A-29ED-4B2B-B0FA-011B7D8786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6F6713C-D1BD-4DCC-AA95-59F7145039A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6911DD0-0351-40D9-B97C-5C258546826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B749797-0D14-4D2C-ACD1-2AB47829CF5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rcRect t="6158" r="9271"/>
          <a:stretch>
            <a:fillRect/>
          </a:stretch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0370"/>
          <a:stretch>
            <a:fillRect/>
          </a:stretch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3" name="Afbeelding 2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F0FAF348-5934-4055-C48E-33B66FAC097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42109" y="6614871"/>
            <a:ext cx="4289401" cy="872212"/>
          </a:xfrm>
          <a:prstGeom prst="rect">
            <a:avLst/>
          </a:prstGeom>
        </p:spPr>
      </p:pic>
    </p:spTree>
    <p:extLst>
      <p:ext uri="{BB962C8B-B14F-4D97-AF65-F5344CB8AC3E}">
        <p14:creationId val="192755056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val="3456629332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val="85816771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val="122194291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2112007123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1155894039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1142270090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309943830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2718338668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555788700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1401995493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1851824355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0" t="7315" r="25609"/>
          <a:stretch>
            <a:fillRect/>
          </a:stretch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val="1181431443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nl-NL"/>
              <a:t>2</a:t>
            </a:r>
          </a:p>
        </p:txBody>
      </p:sp>
    </p:spTree>
    <p:extLst>
      <p:ext uri="{BB962C8B-B14F-4D97-AF65-F5344CB8AC3E}">
        <p14:creationId val="2793161361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925" t="-436" r="1" b="24189"/>
          <a:stretch>
            <a:fillRect/>
          </a:stretch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val="3015398278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  <p:extLst>
      <p:ext uri="{BB962C8B-B14F-4D97-AF65-F5344CB8AC3E}">
        <p14:creationId val="354489875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925" t="-436" r="1" b="24189"/>
          <a:stretch>
            <a:fillRect/>
          </a:stretch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val="166401048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Willemskade 30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8011 AD,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  <a:defRPr/>
            </a:pPr>
            <a:r>
              <a:rPr lang="nl-NL" sz="1400" b="0" i="0" u="none" strike="noStrike" cap="none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  <a:defRPr/>
            </a:pPr>
            <a:r>
              <a:rPr lang="nl-NL" sz="1400" b="0" i="0" u="none" strike="noStrike" cap="none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  <a:defRPr/>
            </a:pPr>
            <a:r>
              <a:rPr lang="nl-NL" sz="1400" b="0" i="0" u="none" strike="noStrike" cap="none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>
          <a:blip r:embed="rId1"/>
          <a:srcRect l="8358" t="19457"/>
          <a:stretch>
            <a:fillRect/>
          </a:stretch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04"/>
          <a:stretch>
            <a:fillRect/>
          </a:stretch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732" r="16526"/>
          <a:stretch>
            <a:fillRect/>
          </a:stretch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0370"/>
          <a:stretch>
            <a:fillRect/>
          </a:stretch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val="1021740894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31.xml" /><Relationship Id="rId3" Type="http://schemas.openxmlformats.org/officeDocument/2006/relationships/slideLayout" Target="../slideLayouts/slideLayout32.xml" /><Relationship Id="rId4" Type="http://schemas.openxmlformats.org/officeDocument/2006/relationships/slideLayout" Target="../slideLayouts/slideLayout33.xml" /><Relationship Id="rId5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342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84005-1036-294C-BEFB-BC4118D190F1}" type="datetimeFigureOut">
              <a:rPr lang="nl-NL" smtClean="0"/>
              <a:t>09-03-2026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342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42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DCE6ED-1243-9B4D-AE75-3F9D6737CAD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ransition/>
  <p:timing/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8.emf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/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err="1">
                <a:latin typeface="Avenir Black" panose="02000503020000020003" pitchFamily="2" charset="0"/>
              </a:rPr>
              <a:t>PHtitle</a:t>
            </a:r>
            <a:endParaRPr lang="nl-NL" sz="320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err="1">
                <a:latin typeface="Avenir Black" panose="02000503020000020003" pitchFamily="2" charset="0"/>
              </a:rPr>
              <a:t>PHtitlesecondline</a:t>
            </a:r>
            <a:br>
              <a:rPr lang="nl-NL" sz="3200"/>
            </a:br>
            <a:r>
              <a:rPr lang="nl-NL" sz="220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1600">
              <a:solidFill>
                <a:schemeClr val="lt1"/>
              </a:solidFill>
              <a:latin typeface="Avenir Book" panose="02000503020000020003" pitchFamily="2" charset="0"/>
              <a:sym typeface="Avenir"/>
            </a:endParaRPr>
          </a:p>
        </p:txBody>
      </p:sp>
    </p:spTree>
    <p:extLst>
      <p:ext uri="{BB962C8B-B14F-4D97-AF65-F5344CB8AC3E}">
        <p14:creationId val="2337606275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47"/>
        <p:cNvGrpSpPr/>
        <p:nvPr/>
      </p:nvGrpSpPr>
      <p:grpSpPr>
        <a:xfrm>
          <a:off x="0" y="0"/>
          <a: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300" spc="292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/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1800" b="1" i="0">
                <a:solidFill>
                  <a:srgbClr val="2C354E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PHtitle</a:t>
            </a:r>
            <a:endParaRPr lang="nl-NL" sz="2400">
              <a:effectLst/>
            </a:endParaRPr>
          </a:p>
        </p:txBody>
      </p:sp>
      <p:sp>
        <p:nvSpPr>
          <p:cNvPr id="8" name="Google Shape;1285;p13">
            <a:extLst>
              <a:ext uri="{FF2B5EF4-FFF2-40B4-BE49-F238E27FC236}">
                <a16:creationId xmlns:a16="http://schemas.microsoft.com/office/drawing/2014/main" id="{826088A8-7D33-15BA-3A70-91097F1B4963}"/>
              </a:ext>
            </a:extLst>
          </p:cNvPr>
          <p:cNvSpPr txBox="1"/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rtl="0">
              <a:spcBef>
                <a:spcPts val="500"/>
              </a:spcBef>
              <a:spcAft>
                <a:spcPct val="0"/>
              </a:spcAft>
            </a:pPr>
            <a:r>
              <a:rPr lang="nl-NL" sz="1400" b="0" i="0" err="1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Promoters</a:t>
            </a:r>
            <a:endParaRPr lang="nl-NL" sz="1400" b="0" i="0">
              <a:solidFill>
                <a:srgbClr val="92D05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  <a:endParaRPr lang="nl-NL" sz="1400">
              <a:solidFill>
                <a:srgbClr val="39364C"/>
              </a:solidFill>
              <a:latin typeface="Avenir Book" panose="02000503020000020003" pitchFamily="2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9144" marR="0" indent="0" algn="l" rtl="0">
              <a:spcBef>
                <a:spcPts val="600"/>
              </a:spcBef>
              <a:spcAft>
                <a:spcPct val="0"/>
              </a:spcAft>
            </a:pPr>
            <a:r>
              <a:rPr lang="nl-NL" sz="1400" i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Pass</a:t>
            </a:r>
            <a:r>
              <a:rPr lang="nl-NL" sz="1400" b="0" i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ives</a:t>
            </a:r>
            <a:endParaRPr lang="nl-NL" sz="1400" b="0" i="0">
              <a:solidFill>
                <a:srgbClr val="FFC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  <a:endParaRPr lang="nl-NL" sz="1400">
              <a:solidFill>
                <a:srgbClr val="39364C"/>
              </a:solidFill>
              <a:effectLst/>
              <a:latin typeface="Avenir Book" panose="02000503020000020003" pitchFamily="2" charset="0"/>
            </a:endParaRPr>
          </a:p>
          <a:p>
            <a:pPr marL="9144" marR="0" indent="0" algn="l" rtl="0">
              <a:spcBef>
                <a:spcPts val="600"/>
              </a:spcBef>
              <a:spcAft>
                <a:spcPct val="0"/>
              </a:spcAft>
            </a:pPr>
            <a:r>
              <a:rPr lang="nl-NL" sz="1400" b="0" i="0" err="1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Detractors</a:t>
            </a:r>
            <a:endParaRPr lang="nl-NL" sz="1400" b="0" i="0">
              <a:solidFill>
                <a:srgbClr val="FF0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EE7444"/>
              </a:buClr>
              <a:buFont typeface="Arial" pitchFamily="34" charset="0"/>
              <a:buChar char="•"/>
            </a:pPr>
            <a:r>
              <a:rPr lang="nl-NL" sz="140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36CF0D36-DE89-608B-E480-7A124D3AAA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defRPr/>
              </a:pPr>
              <a:t>2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3308500-1F09-65BD-8B3A-FF5458C9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56"/>
  <p:tag name="AS_RELEASE_DATE" val="2025.06.14"/>
  <p:tag name="AS_TITLE" val="Aspose.Slides for .NET6"/>
  <p:tag name="AS_VERSION" val="25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4.xml><?xml version="1.0" encoding="utf-8"?>
<a:theme xmlns:r="http://schemas.openxmlformats.org/officeDocument/2006/relationships"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</Paragraphs>
  <Slides>2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Calibri</vt:lpstr>
      <vt:lpstr>Aptos Display</vt:lpstr>
      <vt:lpstr>Aptos</vt:lpstr>
      <vt:lpstr>Avenir</vt:lpstr>
      <vt:lpstr>Avenir Medium</vt:lpstr>
      <vt:lpstr>Avenir Book</vt:lpstr>
      <vt:lpstr>Avenir Black</vt:lpstr>
      <vt:lpstr>Office Theme</vt:lpstr>
      <vt:lpstr>PowerPoint Presentation</vt:lpstr>
      <vt:lpstr>PHuppertitle</vt:lpstr>
    </vt:vector>
  </TitlesOfParts>
  <LinksUpToDate>0</LinksUpToDate>
  <SharedDoc>0</SharedDoc>
  <HyperlinksChanged>0</HyperlinksChanged>
  <Application>Aspose.Slides for .NET</Application>
  <AppVersion>25.0600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2026-03-09T10:24:54.967</cp:lastPrinted>
  <dcterms:created xsi:type="dcterms:W3CDTF">2026-03-09T10:24:54Z</dcterms:created>
  <dcterms:modified xsi:type="dcterms:W3CDTF">2026-03-09T10:24:55Z</dcterms:modified>
</cp:coreProperties>
</file>