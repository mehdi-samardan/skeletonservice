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emf" ContentType="image/x-emf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6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65" r:id="rId2"/>
    <p:sldMasterId id="2147483670" r:id="rId3"/>
    <p:sldMasterId id="2147483675" r:id="rId4"/>
  </p:sldMasterIdLst>
  <p:notesMasterIdLst>
    <p:notesMasterId r:id="rId5"/>
  </p:notesMasterIdLst>
  <p:sldIdLst>
    <p:sldId id="257" r:id="rId6"/>
    <p:sldId id="258" r:id="rId7"/>
    <p:sldId id="259" r:id="rId8"/>
  </p:sldIdLst>
  <p:sldSz cx="10799763" cy="7667625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1" Type="http://schemas.openxmlformats.org/officeDocument/2006/relationships/viewProps" Target="viewProps.xml" /><Relationship Id="rId12" Type="http://schemas.openxmlformats.org/officeDocument/2006/relationships/theme" Target="theme/theme1.xml" /><Relationship Id="rId13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Master" Target="slideMasters/slideMaster4.xml" /><Relationship Id="rId5" Type="http://schemas.openxmlformats.org/officeDocument/2006/relationships/notesMaster" Target="notesMasters/notes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tags" Target="tags/tag1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5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65" name="Google Shape;76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93"/>
        <p:cNvGrpSpPr/>
        <p:nvPr/>
      </p:nvGrpSpPr>
      <p:grpSpPr>
        <a:xfrm>
          <a:off x="0" y="0"/>
          <a:ext cx="0" cy="0"/>
        </a:xfrm>
      </p:grpSpPr>
      <p:sp>
        <p:nvSpPr>
          <p:cNvPr id="794" name="Google Shape;794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5" name="Google Shape;79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05"/>
        <p:cNvGrpSpPr/>
        <p:nvPr/>
      </p:nvGrpSpPr>
      <p:grpSpPr>
        <a:xfrm>
          <a:off x="0" y="0"/>
          <a:ext cx="0" cy="0"/>
        </a:xfrm>
      </p:grpSpPr>
      <p:sp>
        <p:nvSpPr>
          <p:cNvPr id="906" name="Google Shape;906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7" name="Google Shape;907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3.png" /><Relationship Id="rId3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emf" /><Relationship Id="rId3" Type="http://schemas.openxmlformats.org/officeDocument/2006/relationships/slideMaster" Target="../slideMasters/slideMaster3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3.png" /><Relationship Id="rId3" Type="http://schemas.openxmlformats.org/officeDocument/2006/relationships/slideMaster" Target="../slideMasters/slideMaster3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3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3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4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3.png" /><Relationship Id="rId3" Type="http://schemas.openxmlformats.org/officeDocument/2006/relationships/slideMaster" Target="../slideMasters/slideMaster4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slideMaster" Target="../slideMasters/slideMaster4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B3E9EB-FCC5-4240-8BAE-F4FA099ABC9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CF20466-67CD-4A98-B964-D21E7C0B88C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5A80A4B-2F2C-4D5E-832B-6A7F17EB807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5A518A8-3E58-4678-BA6A-DB7D01B10F3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381EF507-CB3C-412E-A3C6-6F41F31581E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0DC4DAE-F145-49F3-9248-0AD50C68220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B6B1A0BF-06DB-4944-B7CB-DABD871A44F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92EFF46-E0EC-431C-BB7C-3C96CD0703D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B4BC155-3C40-4BCF-BE8D-C80161155AB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0B729A2-F8A8-442B-8FF0-750AAAE85BF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6812A85-ED9D-4435-B766-3A6C1A68104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0_Titel en object">
  <p:cSld name="10_Titel en object">
    <p:spTree>
      <p:nvGrpSpPr>
        <p:cNvPr id="1" name="Shape 22"/>
        <p:cNvGrpSpPr/>
        <p:nvPr/>
      </p:nvGrpSpPr>
      <p:grpSpPr>
        <a:xfrm>
          <a:off x="0" y="0"/>
          <a:ext cx="0" cy="0"/>
        </a:xfrm>
      </p:grpSpPr>
      <p:sp>
        <p:nvSpPr>
          <p:cNvPr id="23" name="Google Shape;23;p92"/>
          <p:cNvSpPr/>
          <p:nvPr/>
        </p:nvSpPr>
        <p:spPr>
          <a:xfrm rot="5400000">
            <a:off x="-2150866" y="2150867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lang="en-NL"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2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2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27" name="Google Shape;27;p9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9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2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92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92"/>
          <p:cNvPicPr preferRelativeResize="0"/>
          <p:nvPr/>
        </p:nvPicPr>
        <p:blipFill>
          <a:blip r:embed="rId1">
            <a:alphaModFix/>
          </a:blip>
          <a:srcRect l="51674" r="17298"/>
          <a:stretch>
            <a:fillRect/>
          </a:stretch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92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2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92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92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2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2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2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92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5_Titel en object">
  <p:cSld name="15_Titel en object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95"/>
          <p:cNvSpPr/>
          <p:nvPr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5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5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5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84" name="Google Shape;84;p95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95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95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5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95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95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5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95"/>
          <p:cNvPicPr preferRelativeResize="0"/>
          <p:nvPr/>
        </p:nvPicPr>
        <p:blipFill>
          <a:blip r:embed="rId1">
            <a:alphaModFix/>
          </a:blip>
          <a:srcRect l="51674" r="17298"/>
          <a:stretch>
            <a:fillRect/>
          </a:stretch>
        </p:blipFill>
        <p:spPr>
          <a:xfrm>
            <a:off x="-2" y="-1"/>
            <a:ext cx="3366658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5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5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5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5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5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5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5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5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0E1EAA31-6C4C-DF9E-4D54-A41B37943A8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8_Titel en object">
  <p:cSld name="18_Titel en object">
    <p:spTree>
      <p:nvGrpSpPr>
        <p:cNvPr id="1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98"/>
          <p:cNvSpPr/>
          <p:nvPr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8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98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98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3" name="Google Shape;123;p98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98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98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98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98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98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8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98"/>
          <p:cNvPicPr preferRelativeResize="0"/>
          <p:nvPr/>
        </p:nvPicPr>
        <p:blipFill>
          <a:blip r:embed="rId1">
            <a:alphaModFix/>
          </a:blip>
          <a:srcRect l="51674" r="17298"/>
          <a:stretch>
            <a:fillRect/>
          </a:stretch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8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8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8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8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8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8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8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8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>
          <a:blip r:embed="rId1">
            <a:alphaModFix/>
          </a:blip>
          <a:srcRect l="27779" r="17554"/>
          <a:stretch>
            <a:fillRect/>
          </a:stretch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>
          <a:blip r:embed="rId2">
            <a:alphaModFix/>
          </a:blip>
          <a:srcRect r="24458"/>
          <a:stretch>
            <a:fillRect/>
          </a:stretch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theme" Target="../theme/theme2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slideLayout" Target="../slideLayouts/slideLayout17.xml" /><Relationship Id="rId3" Type="http://schemas.openxmlformats.org/officeDocument/2006/relationships/slideLayout" Target="../slideLayouts/slideLayout18.xml" /><Relationship Id="rId4" Type="http://schemas.openxmlformats.org/officeDocument/2006/relationships/slideLayout" Target="../slideLayouts/slideLayout19.xml" /><Relationship Id="rId5" Type="http://schemas.openxmlformats.org/officeDocument/2006/relationships/theme" Target="../theme/theme3.xml" /></Relationships>
</file>

<file path=ppt/slideMasters/_rels/slideMaster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slideLayout" Target="../slideLayouts/slideLayout21.xml" /><Relationship Id="rId3" Type="http://schemas.openxmlformats.org/officeDocument/2006/relationships/slideLayout" Target="../slideLayouts/slideLayout22.xml" /><Relationship Id="rId4" Type="http://schemas.openxmlformats.org/officeDocument/2006/relationships/slideLayout" Target="../slideLayouts/slideLayout23.xml" /><Relationship Id="rId5" Type="http://schemas.openxmlformats.org/officeDocument/2006/relationships/theme" Target="../theme/theme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3" r:id="rId3"/>
    <p:sldLayoutId id="2147483664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ct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emf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emf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5.emf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p68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1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768" name="Google Shape;768;p68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>
              <a:latin typeface="Avenir Book" panose="02000503020000020003" pitchFamily="2" charset="0"/>
            </a:endParaRPr>
          </a:p>
        </p:txBody>
      </p:sp>
      <p:sp>
        <p:nvSpPr>
          <p:cNvPr id="769" name="Google Shape;769;p68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770" name="Google Shape;770;p68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>
              <a:latin typeface="Avenir Book" panose="02000503020000020003" pitchFamily="2" charset="0"/>
            </a:endParaRPr>
          </a:p>
        </p:txBody>
      </p:sp>
      <p:sp>
        <p:nvSpPr>
          <p:cNvPr id="771" name="Google Shape;771;p68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772" name="Google Shape;772;p68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46D6113-FE0C-86D7-4018-7151C1E89B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96"/>
        <p:cNvGrpSpPr/>
        <p:nvPr/>
      </p:nvGrpSpPr>
      <p:grpSpPr>
        <a:xfrm>
          <a:off x="0" y="0"/>
          <a:ext cx="0" cy="0"/>
        </a:xfrm>
      </p:grpSpPr>
      <p:sp>
        <p:nvSpPr>
          <p:cNvPr id="797" name="Google Shape;797;p7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2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798" name="Google Shape;798;p7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799" name="Google Shape;799;p7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800" name="Google Shape;800;p7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>
              <a:latin typeface="Avenir Book" panose="02000503020000020003" pitchFamily="2" charset="0"/>
            </a:endParaRPr>
          </a:p>
        </p:txBody>
      </p:sp>
      <p:sp>
        <p:nvSpPr>
          <p:cNvPr id="801" name="Google Shape;801;p7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802" name="Google Shape;802;p7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indent="0"/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5B0C49B-D7DA-DD88-0ED3-71E0EEAD7D2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908"/>
        <p:cNvGrpSpPr/>
        <p:nvPr/>
      </p:nvGrpSpPr>
      <p:grpSpPr>
        <a:xfrm>
          <a:off x="0" y="0"/>
          <a:ext cx="0" cy="0"/>
        </a:xfrm>
      </p:grpSpPr>
      <p:sp>
        <p:nvSpPr>
          <p:cNvPr id="909" name="Google Shape;909;p8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3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910" name="Google Shape;910;p8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911" name="Google Shape;911;p8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ct val="0"/>
              </a:spcBef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12" name="Google Shape;912;p8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42475B"/>
              </a:buClr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lang="nl-NL">
              <a:latin typeface="Avenir Book" panose="02000503020000020003" pitchFamily="2" charset="0"/>
            </a:endParaRPr>
          </a:p>
        </p:txBody>
      </p:sp>
      <p:sp>
        <p:nvSpPr>
          <p:cNvPr id="913" name="Google Shape;913;p8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lang="nl-NL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914" name="Google Shape;914;p8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ct val="0"/>
              </a:spcAft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95A0FC4-90B2-4C37-8589-2139EE7BC6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15.0.156"/>
  <p:tag name="AS_RELEASE_DATE" val="2025.06.14"/>
  <p:tag name="AS_TITLE" val="Aspose.Slides for .NET6"/>
  <p:tag name="AS_VERSION" val="25.6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4.xml><?xml version="1.0" encoding="utf-8"?>
<a:theme xmlns:r="http://schemas.openxmlformats.org/officeDocument/2006/relationships"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5.xml><?xml version="1.0" encoding="utf-8"?>
<a:theme xmlns:r="http://schemas.openxmlformats.org/officeDocument/2006/relationships"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18</Paragraphs>
  <Slides>3</Slides>
  <Notes>3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8">
      <vt:lpstr>Arial</vt:lpstr>
      <vt:lpstr>Calibri</vt:lpstr>
      <vt:lpstr>Avenir</vt:lpstr>
      <vt:lpstr>Avenir Book</vt:lpstr>
      <vt:lpstr>Office Theme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25.0600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2026-03-12T12:54:35.793</cp:lastPrinted>
  <dcterms:created xsi:type="dcterms:W3CDTF">2026-03-12T12:54:35Z</dcterms:created>
  <dcterms:modified xsi:type="dcterms:W3CDTF">2026-03-12T12:54:36Z</dcterms:modified>
</cp:coreProperties>
</file>