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Default Extension="emf" ContentType="image/x-emf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5.6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  <p:sldMasterId id="2147483665" r:id="rId2"/>
    <p:sldMasterId id="2147483670" r:id="rId3"/>
    <p:sldMasterId id="2147483675" r:id="rId4"/>
    <p:sldMasterId id="2147483680" r:id="rId5"/>
    <p:sldMasterId id="2147483685" r:id="rId6"/>
  </p:sldMasterIdLst>
  <p:notesMasterIdLst>
    <p:notesMasterId r:id="rId7"/>
  </p:notesMasterIdLst>
  <p:sldIdLst>
    <p:sldId id="257" r:id="rId8"/>
    <p:sldId id="258" r:id="rId9"/>
    <p:sldId id="259" r:id="rId10"/>
    <p:sldId id="260" r:id="rId11"/>
    <p:sldId id="261" r:id="rId12"/>
  </p:sldIdLst>
  <p:sldSz cx="10799763" cy="7667625"/>
  <p:notesSz cx="6858000" cy="9144000"/>
  <p:custDataLst>
    <p:tags r:id="rId1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3.xml" /><Relationship Id="rId11" Type="http://schemas.openxmlformats.org/officeDocument/2006/relationships/slide" Target="slides/slide4.xml" /><Relationship Id="rId12" Type="http://schemas.openxmlformats.org/officeDocument/2006/relationships/slide" Target="slides/slide5.xml" /><Relationship Id="rId13" Type="http://schemas.openxmlformats.org/officeDocument/2006/relationships/tags" Target="tags/tag1.xml" /><Relationship Id="rId14" Type="http://schemas.openxmlformats.org/officeDocument/2006/relationships/presProps" Target="presProps.xml" /><Relationship Id="rId15" Type="http://schemas.openxmlformats.org/officeDocument/2006/relationships/viewProps" Target="viewProps.xml" /><Relationship Id="rId16" Type="http://schemas.openxmlformats.org/officeDocument/2006/relationships/theme" Target="theme/theme1.xml" /><Relationship Id="rId17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slideMaster" Target="slideMasters/slideMaster3.xml" /><Relationship Id="rId4" Type="http://schemas.openxmlformats.org/officeDocument/2006/relationships/slideMaster" Target="slideMasters/slideMaster4.xml" /><Relationship Id="rId5" Type="http://schemas.openxmlformats.org/officeDocument/2006/relationships/slideMaster" Target="slideMasters/slideMaster5.xml" /><Relationship Id="rId6" Type="http://schemas.openxmlformats.org/officeDocument/2006/relationships/slideMaster" Target="slideMasters/slideMaster6.xml" /><Relationship Id="rId7" Type="http://schemas.openxmlformats.org/officeDocument/2006/relationships/notesMaster" Target="notesMasters/notesMaster1.xml" /><Relationship Id="rId8" Type="http://schemas.openxmlformats.org/officeDocument/2006/relationships/slide" Target="slides/slide1.xml" /><Relationship Id="rId9" Type="http://schemas.openxmlformats.org/officeDocument/2006/relationships/slide" Target="slides/slide2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7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5713" y="1143000"/>
            <a:ext cx="4346575" cy="30861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nl-N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" name="Shape 763"/>
        <p:cNvGrpSpPr/>
        <p:nvPr/>
      </p:nvGrpSpPr>
      <p:grpSpPr>
        <a:xfrm>
          <a:off x="0" y="0"/>
          <a:ext cx="0" cy="0"/>
        </a:xfrm>
      </p:grpSpPr>
      <p:sp>
        <p:nvSpPr>
          <p:cNvPr id="764" name="Google Shape;764;p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65" name="Google Shape;765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1143000"/>
            <a:ext cx="4346575" cy="30861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" name="Shape 793"/>
        <p:cNvGrpSpPr/>
        <p:nvPr/>
      </p:nvGrpSpPr>
      <p:grpSpPr>
        <a:xfrm>
          <a:off x="0" y="0"/>
          <a:ext cx="0" cy="0"/>
        </a:xfrm>
      </p:grpSpPr>
      <p:sp>
        <p:nvSpPr>
          <p:cNvPr id="794" name="Google Shape;794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95" name="Google Shape;795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1143000"/>
            <a:ext cx="4346575" cy="30861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" name="Shape 905"/>
        <p:cNvGrpSpPr/>
        <p:nvPr/>
      </p:nvGrpSpPr>
      <p:grpSpPr>
        <a:xfrm>
          <a:off x="0" y="0"/>
          <a:ext cx="0" cy="0"/>
        </a:xfrm>
      </p:grpSpPr>
      <p:sp>
        <p:nvSpPr>
          <p:cNvPr id="906" name="Google Shape;906;p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07" name="Google Shape;907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1143000"/>
            <a:ext cx="4346575" cy="30861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" name="Shape 934"/>
        <p:cNvGrpSpPr/>
        <p:nvPr/>
      </p:nvGrpSpPr>
      <p:grpSpPr>
        <a:xfrm>
          <a:off x="0" y="0"/>
          <a:ext cx="0" cy="0"/>
        </a:xfrm>
      </p:grpSpPr>
      <p:sp>
        <p:nvSpPr>
          <p:cNvPr id="935" name="Google Shape;935;p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36" name="Google Shape;936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1143000"/>
            <a:ext cx="4346575" cy="30861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" name="Shape 953"/>
        <p:cNvGrpSpPr/>
        <p:nvPr/>
      </p:nvGrpSpPr>
      <p:grpSpPr>
        <a:xfrm>
          <a:off x="0" y="0"/>
          <a:ext cx="0" cy="0"/>
        </a:xfrm>
      </p:grpSpPr>
      <p:sp>
        <p:nvSpPr>
          <p:cNvPr id="954" name="Google Shape;954;p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55" name="Google Shape;955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1143000"/>
            <a:ext cx="4346575" cy="30861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3.png" /><Relationship Id="rId3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emf" /><Relationship Id="rId3" Type="http://schemas.openxmlformats.org/officeDocument/2006/relationships/slideMaster" Target="../slideMasters/slideMaster3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3.png" /><Relationship Id="rId3" Type="http://schemas.openxmlformats.org/officeDocument/2006/relationships/slideMaster" Target="../slideMasters/slideMaster3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slideMaster" Target="../slideMasters/slideMaster3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3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4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3.png" /><Relationship Id="rId3" Type="http://schemas.openxmlformats.org/officeDocument/2006/relationships/slideMaster" Target="../slideMasters/slideMaster4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slideMaster" Target="../slideMasters/slideMaster4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4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5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3.png" /><Relationship Id="rId3" Type="http://schemas.openxmlformats.org/officeDocument/2006/relationships/slideMaster" Target="../slideMasters/slideMaster5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slideMaster" Target="../slideMasters/slideMaster5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5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6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3.png" /><Relationship Id="rId3" Type="http://schemas.openxmlformats.org/officeDocument/2006/relationships/slideMaster" Target="../slideMasters/slideMaster6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slideMaster" Target="../slideMasters/slideMaster6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6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583045A-113A-45C3-BBAE-B31E4118057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5433B98-0B45-4FF4-8829-CC1B88F556C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DF244FA-611D-441D-9ABE-FF2081044D51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AC6C61A7-3F21-4B3A-B0FB-884420E67E1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2DD97CFD-FD3C-4F9F-9732-58FB3529B1E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E933FD2C-C7B9-4CFB-BA06-80129E4D43C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32C210CB-F423-46AA-8E50-BD8EB68400B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3A42A444-AFAD-44F4-B4B7-B50D305F05E8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E291E328-0983-4AA7-8D43-5EE86A43B1F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B94B848-59FC-4A5A-BEBA-C3BF3C579EA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F015623-2D89-46A7-B6B3-3EA57982839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0_Titel en object">
  <p:cSld name="10_Titel en object">
    <p:spTree>
      <p:nvGrpSpPr>
        <p:cNvPr id="1" name="Shape 22"/>
        <p:cNvGrpSpPr/>
        <p:nvPr/>
      </p:nvGrpSpPr>
      <p:grpSpPr>
        <a:xfrm>
          <a:off x="0" y="0"/>
          <a:ext cx="0" cy="0"/>
        </a:xfrm>
      </p:grpSpPr>
      <p:sp>
        <p:nvSpPr>
          <p:cNvPr id="23" name="Google Shape;23;p92"/>
          <p:cNvSpPr/>
          <p:nvPr/>
        </p:nvSpPr>
        <p:spPr>
          <a:xfrm rot="5400000">
            <a:off x="-2150866" y="2150867"/>
            <a:ext cx="7668388" cy="3366655"/>
          </a:xfrm>
          <a:prstGeom prst="rect">
            <a:avLst/>
          </a:prstGeom>
          <a:solidFill>
            <a:srgbClr val="3C395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lang="en-NL"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92"/>
          <p:cNvSpPr txBox="1">
            <a:spLocks noGrp="1"/>
          </p:cNvSpPr>
          <p:nvPr>
            <p:ph type="dt" idx="10"/>
          </p:nvPr>
        </p:nvSpPr>
        <p:spPr>
          <a:xfrm>
            <a:off x="1664555" y="7106754"/>
            <a:ext cx="1507876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2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2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27" name="Google Shape;27;p92"/>
          <p:cNvSpPr txBox="1">
            <a:spLocks noGrp="1"/>
          </p:cNvSpPr>
          <p:nvPr>
            <p:ph type="body" idx="1"/>
          </p:nvPr>
        </p:nvSpPr>
        <p:spPr>
          <a:xfrm>
            <a:off x="4507627" y="106025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92"/>
          <p:cNvSpPr txBox="1">
            <a:spLocks noGrp="1"/>
          </p:cNvSpPr>
          <p:nvPr>
            <p:ph type="body" idx="2"/>
          </p:nvPr>
        </p:nvSpPr>
        <p:spPr>
          <a:xfrm>
            <a:off x="4507627" y="2307669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92"/>
          <p:cNvSpPr txBox="1">
            <a:spLocks noGrp="1"/>
          </p:cNvSpPr>
          <p:nvPr>
            <p:ph type="body" idx="3"/>
          </p:nvPr>
        </p:nvSpPr>
        <p:spPr>
          <a:xfrm>
            <a:off x="4507627" y="36745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92"/>
          <p:cNvSpPr txBox="1">
            <a:spLocks noGrp="1"/>
          </p:cNvSpPr>
          <p:nvPr>
            <p:ph type="body" idx="4"/>
          </p:nvPr>
        </p:nvSpPr>
        <p:spPr>
          <a:xfrm>
            <a:off x="4507627" y="500360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92"/>
          <p:cNvSpPr txBox="1">
            <a:spLocks noGrp="1"/>
          </p:cNvSpPr>
          <p:nvPr>
            <p:ph type="body" idx="5"/>
          </p:nvPr>
        </p:nvSpPr>
        <p:spPr>
          <a:xfrm>
            <a:off x="4507627" y="6396197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92"/>
          <p:cNvSpPr/>
          <p:nvPr/>
        </p:nvSpPr>
        <p:spPr>
          <a:xfrm>
            <a:off x="2820150" y="773863"/>
            <a:ext cx="939801" cy="939800"/>
          </a:xfrm>
          <a:prstGeom prst="ellipse">
            <a:avLst/>
          </a:prstGeom>
          <a:solidFill>
            <a:srgbClr val="F97146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92"/>
          <p:cNvSpPr txBox="1"/>
          <p:nvPr/>
        </p:nvSpPr>
        <p:spPr>
          <a:xfrm>
            <a:off x="3067798" y="993006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" name="Google Shape;35;p92"/>
          <p:cNvPicPr preferRelativeResize="0"/>
          <p:nvPr/>
        </p:nvPicPr>
        <p:blipFill>
          <a:blip r:embed="rId1">
            <a:alphaModFix/>
          </a:blip>
          <a:srcRect l="51674" r="17298"/>
          <a:stretch>
            <a:fillRect/>
          </a:stretch>
        </p:blipFill>
        <p:spPr>
          <a:xfrm>
            <a:off x="0" y="-1"/>
            <a:ext cx="3366656" cy="766762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92"/>
          <p:cNvSpPr/>
          <p:nvPr/>
        </p:nvSpPr>
        <p:spPr>
          <a:xfrm>
            <a:off x="2820150" y="2062913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92"/>
          <p:cNvSpPr/>
          <p:nvPr/>
        </p:nvSpPr>
        <p:spPr>
          <a:xfrm>
            <a:off x="2820150" y="3418638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92"/>
          <p:cNvSpPr/>
          <p:nvPr/>
        </p:nvSpPr>
        <p:spPr>
          <a:xfrm>
            <a:off x="2820150" y="4774363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92"/>
          <p:cNvSpPr txBox="1"/>
          <p:nvPr/>
        </p:nvSpPr>
        <p:spPr>
          <a:xfrm>
            <a:off x="3067798" y="2259754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92"/>
          <p:cNvSpPr txBox="1"/>
          <p:nvPr/>
        </p:nvSpPr>
        <p:spPr>
          <a:xfrm>
            <a:off x="3067798" y="3626635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92"/>
          <p:cNvSpPr txBox="1"/>
          <p:nvPr/>
        </p:nvSpPr>
        <p:spPr>
          <a:xfrm>
            <a:off x="3051172" y="4990574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92"/>
          <p:cNvSpPr/>
          <p:nvPr/>
        </p:nvSpPr>
        <p:spPr>
          <a:xfrm>
            <a:off x="2820150" y="6166954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92"/>
          <p:cNvSpPr txBox="1"/>
          <p:nvPr/>
        </p:nvSpPr>
        <p:spPr>
          <a:xfrm>
            <a:off x="3067798" y="6383165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6_Titeldia">
  <p:cSld name="7_Titeldia 2">
    <p:spTree>
      <p:nvGrpSpPr>
        <p:cNvPr id="1" name="Shape 738"/>
        <p:cNvGrpSpPr/>
        <p:nvPr/>
      </p:nvGrpSpPr>
      <p:grpSpPr>
        <a:xfrm>
          <a:off x="0" y="0"/>
          <a:ext cx="0" cy="0"/>
        </a:xfrm>
      </p:grpSpPr>
      <p:sp>
        <p:nvSpPr>
          <p:cNvPr id="739" name="Google Shape;739;p103"/>
          <p:cNvSpPr/>
          <p:nvPr/>
        </p:nvSpPr>
        <p:spPr>
          <a:xfrm>
            <a:off x="-1" y="-1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0" name="Google Shape;740;p103" descr="Afbeelding met zitten, hangen, tafel, klok&#10;&#10;Automatisch gegenereerde beschrijving"/>
          <p:cNvPicPr preferRelativeResize="0"/>
          <p:nvPr/>
        </p:nvPicPr>
        <p:blipFill>
          <a:blip r:embed="rId1">
            <a:alphaModFix/>
          </a:blip>
          <a:srcRect l="27779" r="17554"/>
          <a:stretch>
            <a:fillRect/>
          </a:stretch>
        </p:blipFill>
        <p:spPr>
          <a:xfrm>
            <a:off x="4895986" y="-3390"/>
            <a:ext cx="5903777" cy="7671014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103"/>
          <p:cNvSpPr/>
          <p:nvPr/>
        </p:nvSpPr>
        <p:spPr>
          <a:xfrm>
            <a:off x="4647677" y="1007565"/>
            <a:ext cx="921639" cy="993821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2" name="Google Shape;742;p103"/>
          <p:cNvPicPr preferRelativeResize="0"/>
          <p:nvPr/>
        </p:nvPicPr>
        <p:blipFill>
          <a:blip r:embed="rId2">
            <a:alphaModFix/>
          </a:blip>
          <a:srcRect r="24458"/>
          <a:stretch>
            <a:fillRect/>
          </a:stretch>
        </p:blipFill>
        <p:spPr>
          <a:xfrm>
            <a:off x="585398" y="4716890"/>
            <a:ext cx="2350308" cy="1087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7_Titel en object">
  <p:cSld name="17_Titel en object">
    <p:spTree>
      <p:nvGrpSpPr>
        <p:cNvPr id="1" name="Shape 743"/>
        <p:cNvGrpSpPr/>
        <p:nvPr/>
      </p:nvGrpSpPr>
      <p:grpSpPr>
        <a:xfrm>
          <a:off x="0" y="0"/>
          <a:ext cx="0" cy="0"/>
        </a:xfrm>
      </p:grpSpPr>
      <p:sp>
        <p:nvSpPr>
          <p:cNvPr id="744" name="Google Shape;744;p104"/>
          <p:cNvSpPr txBox="1">
            <a:spLocks noGrp="1"/>
          </p:cNvSpPr>
          <p:nvPr>
            <p:ph type="dt" idx="10"/>
          </p:nvPr>
        </p:nvSpPr>
        <p:spPr>
          <a:xfrm>
            <a:off x="1664555" y="7106754"/>
            <a:ext cx="1507876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5" name="Google Shape;745;p104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6" name="Google Shape;746;p104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pic>
        <p:nvPicPr>
          <p:cNvPr id="747" name="Google Shape;747;p10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92330" y="6872710"/>
            <a:ext cx="639665" cy="468087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104"/>
          <p:cNvSpPr txBox="1">
            <a:spLocks noGrp="1"/>
          </p:cNvSpPr>
          <p:nvPr>
            <p:ph type="body" idx="1"/>
          </p:nvPr>
        </p:nvSpPr>
        <p:spPr>
          <a:xfrm>
            <a:off x="3882600" y="9479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49" name="Google Shape;749;p104"/>
          <p:cNvSpPr txBox="1">
            <a:spLocks noGrp="1"/>
          </p:cNvSpPr>
          <p:nvPr>
            <p:ph type="body" idx="2"/>
          </p:nvPr>
        </p:nvSpPr>
        <p:spPr>
          <a:xfrm>
            <a:off x="3882600" y="2195375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0" name="Google Shape;750;p104"/>
          <p:cNvSpPr txBox="1">
            <a:spLocks noGrp="1"/>
          </p:cNvSpPr>
          <p:nvPr>
            <p:ph type="body" idx="3"/>
          </p:nvPr>
        </p:nvSpPr>
        <p:spPr>
          <a:xfrm>
            <a:off x="3882600" y="3562257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1" name="Google Shape;751;p104"/>
          <p:cNvSpPr txBox="1">
            <a:spLocks noGrp="1"/>
          </p:cNvSpPr>
          <p:nvPr>
            <p:ph type="body" idx="4"/>
          </p:nvPr>
        </p:nvSpPr>
        <p:spPr>
          <a:xfrm>
            <a:off x="3882600" y="489131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2" name="Google Shape;752;p104"/>
          <p:cNvSpPr txBox="1">
            <a:spLocks noGrp="1"/>
          </p:cNvSpPr>
          <p:nvPr>
            <p:ph type="body" idx="5"/>
          </p:nvPr>
        </p:nvSpPr>
        <p:spPr>
          <a:xfrm>
            <a:off x="3882600" y="628390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_Sectiekop">
  <p:cSld name="2_Sectiekop">
    <p:spTree>
      <p:nvGrpSpPr>
        <p:cNvPr id="1" name="Shape 753"/>
        <p:cNvGrpSpPr/>
        <p:nvPr/>
      </p:nvGrpSpPr>
      <p:grpSpPr>
        <a:xfrm>
          <a:off x="0" y="0"/>
          <a:ext cx="0" cy="0"/>
        </a:xfrm>
      </p:grpSpPr>
      <p:sp>
        <p:nvSpPr>
          <p:cNvPr id="754" name="Google Shape;754;p105"/>
          <p:cNvSpPr/>
          <p:nvPr/>
        </p:nvSpPr>
        <p:spPr>
          <a:xfrm>
            <a:off x="-1" y="-1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5" name="Google Shape;755;p10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-2" y="22904"/>
            <a:ext cx="10772030" cy="7612063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105"/>
          <p:cNvSpPr/>
          <p:nvPr/>
        </p:nvSpPr>
        <p:spPr>
          <a:xfrm>
            <a:off x="4033157" y="2219980"/>
            <a:ext cx="1812472" cy="2172405"/>
          </a:xfrm>
          <a:prstGeom prst="rect">
            <a:avLst/>
          </a:prstGeom>
          <a:solidFill>
            <a:srgbClr val="3B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05"/>
          <p:cNvSpPr txBox="1"/>
          <p:nvPr/>
        </p:nvSpPr>
        <p:spPr>
          <a:xfrm>
            <a:off x="2642992" y="2685307"/>
            <a:ext cx="5043902" cy="1436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lt2"/>
              </a:buClr>
              <a:buSzPts val="11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5_Titel en object">
  <p:cSld name="15_Titel en object">
    <p:spTree>
      <p:nvGrpSpPr>
        <p:cNvPr id="1" name="Shape 79"/>
        <p:cNvGrpSpPr/>
        <p:nvPr/>
      </p:nvGrpSpPr>
      <p:grpSpPr>
        <a:xfrm>
          <a:off x="0" y="0"/>
          <a:ext cx="0" cy="0"/>
        </a:xfrm>
      </p:grpSpPr>
      <p:sp>
        <p:nvSpPr>
          <p:cNvPr id="80" name="Google Shape;80;p95"/>
          <p:cNvSpPr/>
          <p:nvPr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C395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95"/>
          <p:cNvSpPr txBox="1">
            <a:spLocks noGrp="1"/>
          </p:cNvSpPr>
          <p:nvPr>
            <p:ph type="dt" idx="10"/>
          </p:nvPr>
        </p:nvSpPr>
        <p:spPr>
          <a:xfrm>
            <a:off x="1664555" y="7106754"/>
            <a:ext cx="1507876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95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95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84" name="Google Shape;84;p95"/>
          <p:cNvSpPr txBox="1">
            <a:spLocks noGrp="1"/>
          </p:cNvSpPr>
          <p:nvPr>
            <p:ph type="body" idx="1"/>
          </p:nvPr>
        </p:nvSpPr>
        <p:spPr>
          <a:xfrm>
            <a:off x="4507627" y="106025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95"/>
          <p:cNvSpPr txBox="1">
            <a:spLocks noGrp="1"/>
          </p:cNvSpPr>
          <p:nvPr>
            <p:ph type="body" idx="2"/>
          </p:nvPr>
        </p:nvSpPr>
        <p:spPr>
          <a:xfrm>
            <a:off x="4507627" y="2307669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95"/>
          <p:cNvSpPr txBox="1">
            <a:spLocks noGrp="1"/>
          </p:cNvSpPr>
          <p:nvPr>
            <p:ph type="body" idx="3"/>
          </p:nvPr>
        </p:nvSpPr>
        <p:spPr>
          <a:xfrm>
            <a:off x="4507627" y="36745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95"/>
          <p:cNvSpPr txBox="1">
            <a:spLocks noGrp="1"/>
          </p:cNvSpPr>
          <p:nvPr>
            <p:ph type="body" idx="4"/>
          </p:nvPr>
        </p:nvSpPr>
        <p:spPr>
          <a:xfrm>
            <a:off x="4507627" y="500360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95"/>
          <p:cNvSpPr txBox="1">
            <a:spLocks noGrp="1"/>
          </p:cNvSpPr>
          <p:nvPr>
            <p:ph type="body" idx="5"/>
          </p:nvPr>
        </p:nvSpPr>
        <p:spPr>
          <a:xfrm>
            <a:off x="4507627" y="6396197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95"/>
          <p:cNvSpPr/>
          <p:nvPr/>
        </p:nvSpPr>
        <p:spPr>
          <a:xfrm>
            <a:off x="2820150" y="773863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95"/>
          <p:cNvSpPr txBox="1"/>
          <p:nvPr/>
        </p:nvSpPr>
        <p:spPr>
          <a:xfrm>
            <a:off x="3067798" y="993006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95"/>
          <p:cNvPicPr preferRelativeResize="0"/>
          <p:nvPr/>
        </p:nvPicPr>
        <p:blipFill>
          <a:blip r:embed="rId1">
            <a:alphaModFix/>
          </a:blip>
          <a:srcRect l="51674" r="17298"/>
          <a:stretch>
            <a:fillRect/>
          </a:stretch>
        </p:blipFill>
        <p:spPr>
          <a:xfrm>
            <a:off x="-2" y="-1"/>
            <a:ext cx="3366658" cy="76676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95"/>
          <p:cNvSpPr/>
          <p:nvPr/>
        </p:nvSpPr>
        <p:spPr>
          <a:xfrm>
            <a:off x="2820150" y="2062913"/>
            <a:ext cx="939801" cy="939800"/>
          </a:xfrm>
          <a:prstGeom prst="ellipse">
            <a:avLst/>
          </a:prstGeom>
          <a:solidFill>
            <a:srgbClr val="F97146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95"/>
          <p:cNvSpPr/>
          <p:nvPr/>
        </p:nvSpPr>
        <p:spPr>
          <a:xfrm>
            <a:off x="2820150" y="3418638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95"/>
          <p:cNvSpPr/>
          <p:nvPr/>
        </p:nvSpPr>
        <p:spPr>
          <a:xfrm>
            <a:off x="2820150" y="4774363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95"/>
          <p:cNvSpPr/>
          <p:nvPr/>
        </p:nvSpPr>
        <p:spPr>
          <a:xfrm>
            <a:off x="2820150" y="6166954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5"/>
          <p:cNvSpPr txBox="1"/>
          <p:nvPr/>
        </p:nvSpPr>
        <p:spPr>
          <a:xfrm>
            <a:off x="3067798" y="2259754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95"/>
          <p:cNvSpPr txBox="1"/>
          <p:nvPr/>
        </p:nvSpPr>
        <p:spPr>
          <a:xfrm>
            <a:off x="3067798" y="3626635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95"/>
          <p:cNvSpPr txBox="1"/>
          <p:nvPr/>
        </p:nvSpPr>
        <p:spPr>
          <a:xfrm>
            <a:off x="3051172" y="4990574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95"/>
          <p:cNvSpPr txBox="1"/>
          <p:nvPr/>
        </p:nvSpPr>
        <p:spPr>
          <a:xfrm>
            <a:off x="3067798" y="6383165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0E1EAA31-6C4C-DF9E-4D54-A41B37943A8F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727200" y="7038000"/>
            <a:ext cx="356400" cy="316800"/>
          </a:xfrm>
          <a:prstGeom prst="rect">
            <a:avLst/>
          </a:prstGeom>
        </p:spPr>
      </p:pic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6_Titeldia">
  <p:cSld name="7_Titeldia 2">
    <p:spTree>
      <p:nvGrpSpPr>
        <p:cNvPr id="1" name="Shape 738"/>
        <p:cNvGrpSpPr/>
        <p:nvPr/>
      </p:nvGrpSpPr>
      <p:grpSpPr>
        <a:xfrm>
          <a:off x="0" y="0"/>
          <a:ext cx="0" cy="0"/>
        </a:xfrm>
      </p:grpSpPr>
      <p:sp>
        <p:nvSpPr>
          <p:cNvPr id="739" name="Google Shape;739;p103"/>
          <p:cNvSpPr/>
          <p:nvPr/>
        </p:nvSpPr>
        <p:spPr>
          <a:xfrm>
            <a:off x="-1" y="-1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0" name="Google Shape;740;p103" descr="Afbeelding met zitten, hangen, tafel, klok&#10;&#10;Automatisch gegenereerde beschrijving"/>
          <p:cNvPicPr preferRelativeResize="0"/>
          <p:nvPr/>
        </p:nvPicPr>
        <p:blipFill>
          <a:blip r:embed="rId1">
            <a:alphaModFix/>
          </a:blip>
          <a:srcRect l="27779" r="17554"/>
          <a:stretch>
            <a:fillRect/>
          </a:stretch>
        </p:blipFill>
        <p:spPr>
          <a:xfrm>
            <a:off x="4895986" y="-3390"/>
            <a:ext cx="5903777" cy="7671014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103"/>
          <p:cNvSpPr/>
          <p:nvPr/>
        </p:nvSpPr>
        <p:spPr>
          <a:xfrm>
            <a:off x="4647677" y="1007565"/>
            <a:ext cx="921639" cy="993821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2" name="Google Shape;742;p103"/>
          <p:cNvPicPr preferRelativeResize="0"/>
          <p:nvPr/>
        </p:nvPicPr>
        <p:blipFill>
          <a:blip r:embed="rId2">
            <a:alphaModFix/>
          </a:blip>
          <a:srcRect r="24458"/>
          <a:stretch>
            <a:fillRect/>
          </a:stretch>
        </p:blipFill>
        <p:spPr>
          <a:xfrm>
            <a:off x="585398" y="4716890"/>
            <a:ext cx="2350308" cy="1087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7_Titel en object">
  <p:cSld name="17_Titel en object">
    <p:spTree>
      <p:nvGrpSpPr>
        <p:cNvPr id="1" name="Shape 743"/>
        <p:cNvGrpSpPr/>
        <p:nvPr/>
      </p:nvGrpSpPr>
      <p:grpSpPr>
        <a:xfrm>
          <a:off x="0" y="0"/>
          <a:ext cx="0" cy="0"/>
        </a:xfrm>
      </p:grpSpPr>
      <p:sp>
        <p:nvSpPr>
          <p:cNvPr id="744" name="Google Shape;744;p104"/>
          <p:cNvSpPr txBox="1">
            <a:spLocks noGrp="1"/>
          </p:cNvSpPr>
          <p:nvPr>
            <p:ph type="dt" idx="10"/>
          </p:nvPr>
        </p:nvSpPr>
        <p:spPr>
          <a:xfrm>
            <a:off x="1664555" y="7106754"/>
            <a:ext cx="1507876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5" name="Google Shape;745;p104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6" name="Google Shape;746;p104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pic>
        <p:nvPicPr>
          <p:cNvPr id="747" name="Google Shape;747;p10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92330" y="6872710"/>
            <a:ext cx="639665" cy="468087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104"/>
          <p:cNvSpPr txBox="1">
            <a:spLocks noGrp="1"/>
          </p:cNvSpPr>
          <p:nvPr>
            <p:ph type="body" idx="1"/>
          </p:nvPr>
        </p:nvSpPr>
        <p:spPr>
          <a:xfrm>
            <a:off x="3882600" y="9479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49" name="Google Shape;749;p104"/>
          <p:cNvSpPr txBox="1">
            <a:spLocks noGrp="1"/>
          </p:cNvSpPr>
          <p:nvPr>
            <p:ph type="body" idx="2"/>
          </p:nvPr>
        </p:nvSpPr>
        <p:spPr>
          <a:xfrm>
            <a:off x="3882600" y="2195375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0" name="Google Shape;750;p104"/>
          <p:cNvSpPr txBox="1">
            <a:spLocks noGrp="1"/>
          </p:cNvSpPr>
          <p:nvPr>
            <p:ph type="body" idx="3"/>
          </p:nvPr>
        </p:nvSpPr>
        <p:spPr>
          <a:xfrm>
            <a:off x="3882600" y="3562257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1" name="Google Shape;751;p104"/>
          <p:cNvSpPr txBox="1">
            <a:spLocks noGrp="1"/>
          </p:cNvSpPr>
          <p:nvPr>
            <p:ph type="body" idx="4"/>
          </p:nvPr>
        </p:nvSpPr>
        <p:spPr>
          <a:xfrm>
            <a:off x="3882600" y="489131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2" name="Google Shape;752;p104"/>
          <p:cNvSpPr txBox="1">
            <a:spLocks noGrp="1"/>
          </p:cNvSpPr>
          <p:nvPr>
            <p:ph type="body" idx="5"/>
          </p:nvPr>
        </p:nvSpPr>
        <p:spPr>
          <a:xfrm>
            <a:off x="3882600" y="628390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_Sectiekop">
  <p:cSld name="2_Sectiekop">
    <p:spTree>
      <p:nvGrpSpPr>
        <p:cNvPr id="1" name="Shape 753"/>
        <p:cNvGrpSpPr/>
        <p:nvPr/>
      </p:nvGrpSpPr>
      <p:grpSpPr>
        <a:xfrm>
          <a:off x="0" y="0"/>
          <a:ext cx="0" cy="0"/>
        </a:xfrm>
      </p:grpSpPr>
      <p:sp>
        <p:nvSpPr>
          <p:cNvPr id="754" name="Google Shape;754;p105"/>
          <p:cNvSpPr/>
          <p:nvPr/>
        </p:nvSpPr>
        <p:spPr>
          <a:xfrm>
            <a:off x="-1" y="-1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5" name="Google Shape;755;p10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-2" y="22904"/>
            <a:ext cx="10772030" cy="7612063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105"/>
          <p:cNvSpPr/>
          <p:nvPr/>
        </p:nvSpPr>
        <p:spPr>
          <a:xfrm>
            <a:off x="4033157" y="2219980"/>
            <a:ext cx="1812472" cy="2172405"/>
          </a:xfrm>
          <a:prstGeom prst="rect">
            <a:avLst/>
          </a:prstGeom>
          <a:solidFill>
            <a:srgbClr val="3B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05"/>
          <p:cNvSpPr txBox="1"/>
          <p:nvPr/>
        </p:nvSpPr>
        <p:spPr>
          <a:xfrm>
            <a:off x="2642992" y="2685307"/>
            <a:ext cx="5043902" cy="1436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lt2"/>
              </a:buClr>
              <a:buSzPts val="11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8_Titel en object">
  <p:cSld name="18_Titel en object">
    <p:spTree>
      <p:nvGrpSpPr>
        <p:cNvPr id="1" name="Shape 118"/>
        <p:cNvGrpSpPr/>
        <p:nvPr/>
      </p:nvGrpSpPr>
      <p:grpSpPr>
        <a:xfrm>
          <a:off x="0" y="0"/>
          <a:ext cx="0" cy="0"/>
        </a:xfrm>
      </p:grpSpPr>
      <p:sp>
        <p:nvSpPr>
          <p:cNvPr id="119" name="Google Shape;119;p98"/>
          <p:cNvSpPr/>
          <p:nvPr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C395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8"/>
          <p:cNvSpPr txBox="1">
            <a:spLocks noGrp="1"/>
          </p:cNvSpPr>
          <p:nvPr>
            <p:ph type="dt" idx="10"/>
          </p:nvPr>
        </p:nvSpPr>
        <p:spPr>
          <a:xfrm>
            <a:off x="1664555" y="7106754"/>
            <a:ext cx="1507876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98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98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123" name="Google Shape;123;p98"/>
          <p:cNvSpPr txBox="1">
            <a:spLocks noGrp="1"/>
          </p:cNvSpPr>
          <p:nvPr>
            <p:ph type="body" idx="1"/>
          </p:nvPr>
        </p:nvSpPr>
        <p:spPr>
          <a:xfrm>
            <a:off x="4507627" y="106025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98"/>
          <p:cNvSpPr txBox="1">
            <a:spLocks noGrp="1"/>
          </p:cNvSpPr>
          <p:nvPr>
            <p:ph type="body" idx="2"/>
          </p:nvPr>
        </p:nvSpPr>
        <p:spPr>
          <a:xfrm>
            <a:off x="4507627" y="2307669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98"/>
          <p:cNvSpPr txBox="1">
            <a:spLocks noGrp="1"/>
          </p:cNvSpPr>
          <p:nvPr>
            <p:ph type="body" idx="3"/>
          </p:nvPr>
        </p:nvSpPr>
        <p:spPr>
          <a:xfrm>
            <a:off x="4507627" y="36745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98"/>
          <p:cNvSpPr txBox="1">
            <a:spLocks noGrp="1"/>
          </p:cNvSpPr>
          <p:nvPr>
            <p:ph type="body" idx="4"/>
          </p:nvPr>
        </p:nvSpPr>
        <p:spPr>
          <a:xfrm>
            <a:off x="4507627" y="500360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98"/>
          <p:cNvSpPr txBox="1">
            <a:spLocks noGrp="1"/>
          </p:cNvSpPr>
          <p:nvPr>
            <p:ph type="body" idx="5"/>
          </p:nvPr>
        </p:nvSpPr>
        <p:spPr>
          <a:xfrm>
            <a:off x="4507627" y="6396197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98"/>
          <p:cNvSpPr/>
          <p:nvPr/>
        </p:nvSpPr>
        <p:spPr>
          <a:xfrm>
            <a:off x="2820150" y="773863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8"/>
          <p:cNvSpPr txBox="1"/>
          <p:nvPr/>
        </p:nvSpPr>
        <p:spPr>
          <a:xfrm>
            <a:off x="3067798" y="993006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98"/>
          <p:cNvPicPr preferRelativeResize="0"/>
          <p:nvPr/>
        </p:nvPicPr>
        <p:blipFill>
          <a:blip r:embed="rId1">
            <a:alphaModFix/>
          </a:blip>
          <a:srcRect l="51674" r="17298"/>
          <a:stretch>
            <a:fillRect/>
          </a:stretch>
        </p:blipFill>
        <p:spPr>
          <a:xfrm>
            <a:off x="0" y="-1"/>
            <a:ext cx="3366656" cy="766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98"/>
          <p:cNvSpPr/>
          <p:nvPr/>
        </p:nvSpPr>
        <p:spPr>
          <a:xfrm>
            <a:off x="2820150" y="2062913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8"/>
          <p:cNvSpPr/>
          <p:nvPr/>
        </p:nvSpPr>
        <p:spPr>
          <a:xfrm>
            <a:off x="2820150" y="3418638"/>
            <a:ext cx="939801" cy="939800"/>
          </a:xfrm>
          <a:prstGeom prst="ellipse">
            <a:avLst/>
          </a:prstGeom>
          <a:solidFill>
            <a:srgbClr val="F97146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8"/>
          <p:cNvSpPr/>
          <p:nvPr/>
        </p:nvSpPr>
        <p:spPr>
          <a:xfrm>
            <a:off x="2820150" y="4774363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8"/>
          <p:cNvSpPr/>
          <p:nvPr/>
        </p:nvSpPr>
        <p:spPr>
          <a:xfrm>
            <a:off x="2820150" y="6166954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8"/>
          <p:cNvSpPr txBox="1"/>
          <p:nvPr/>
        </p:nvSpPr>
        <p:spPr>
          <a:xfrm>
            <a:off x="3067798" y="2259754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98"/>
          <p:cNvSpPr txBox="1"/>
          <p:nvPr/>
        </p:nvSpPr>
        <p:spPr>
          <a:xfrm>
            <a:off x="3067798" y="3626635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98"/>
          <p:cNvSpPr txBox="1"/>
          <p:nvPr/>
        </p:nvSpPr>
        <p:spPr>
          <a:xfrm>
            <a:off x="3051172" y="4990574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98"/>
          <p:cNvSpPr txBox="1"/>
          <p:nvPr/>
        </p:nvSpPr>
        <p:spPr>
          <a:xfrm>
            <a:off x="3067798" y="6383165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6_Titeldia">
  <p:cSld name="7_Titeldia 2">
    <p:spTree>
      <p:nvGrpSpPr>
        <p:cNvPr id="1" name="Shape 738"/>
        <p:cNvGrpSpPr/>
        <p:nvPr/>
      </p:nvGrpSpPr>
      <p:grpSpPr>
        <a:xfrm>
          <a:off x="0" y="0"/>
          <a:ext cx="0" cy="0"/>
        </a:xfrm>
      </p:grpSpPr>
      <p:sp>
        <p:nvSpPr>
          <p:cNvPr id="739" name="Google Shape;739;p103"/>
          <p:cNvSpPr/>
          <p:nvPr/>
        </p:nvSpPr>
        <p:spPr>
          <a:xfrm>
            <a:off x="-1" y="-1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0" name="Google Shape;740;p103" descr="Afbeelding met zitten, hangen, tafel, klok&#10;&#10;Automatisch gegenereerde beschrijving"/>
          <p:cNvPicPr preferRelativeResize="0"/>
          <p:nvPr/>
        </p:nvPicPr>
        <p:blipFill>
          <a:blip r:embed="rId1">
            <a:alphaModFix/>
          </a:blip>
          <a:srcRect l="27779" r="17554"/>
          <a:stretch>
            <a:fillRect/>
          </a:stretch>
        </p:blipFill>
        <p:spPr>
          <a:xfrm>
            <a:off x="4895986" y="-3390"/>
            <a:ext cx="5903777" cy="7671014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103"/>
          <p:cNvSpPr/>
          <p:nvPr/>
        </p:nvSpPr>
        <p:spPr>
          <a:xfrm>
            <a:off x="4647677" y="1007565"/>
            <a:ext cx="921639" cy="993821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2" name="Google Shape;742;p103"/>
          <p:cNvPicPr preferRelativeResize="0"/>
          <p:nvPr/>
        </p:nvPicPr>
        <p:blipFill>
          <a:blip r:embed="rId2">
            <a:alphaModFix/>
          </a:blip>
          <a:srcRect r="24458"/>
          <a:stretch>
            <a:fillRect/>
          </a:stretch>
        </p:blipFill>
        <p:spPr>
          <a:xfrm>
            <a:off x="585398" y="4716890"/>
            <a:ext cx="2350308" cy="1087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7_Titel en object">
  <p:cSld name="17_Titel en object">
    <p:spTree>
      <p:nvGrpSpPr>
        <p:cNvPr id="1" name="Shape 743"/>
        <p:cNvGrpSpPr/>
        <p:nvPr/>
      </p:nvGrpSpPr>
      <p:grpSpPr>
        <a:xfrm>
          <a:off x="0" y="0"/>
          <a:ext cx="0" cy="0"/>
        </a:xfrm>
      </p:grpSpPr>
      <p:sp>
        <p:nvSpPr>
          <p:cNvPr id="744" name="Google Shape;744;p104"/>
          <p:cNvSpPr txBox="1">
            <a:spLocks noGrp="1"/>
          </p:cNvSpPr>
          <p:nvPr>
            <p:ph type="dt" idx="10"/>
          </p:nvPr>
        </p:nvSpPr>
        <p:spPr>
          <a:xfrm>
            <a:off x="1664555" y="7106754"/>
            <a:ext cx="1507876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5" name="Google Shape;745;p104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6" name="Google Shape;746;p104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pic>
        <p:nvPicPr>
          <p:cNvPr id="747" name="Google Shape;747;p10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92330" y="6872710"/>
            <a:ext cx="639665" cy="468087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104"/>
          <p:cNvSpPr txBox="1">
            <a:spLocks noGrp="1"/>
          </p:cNvSpPr>
          <p:nvPr>
            <p:ph type="body" idx="1"/>
          </p:nvPr>
        </p:nvSpPr>
        <p:spPr>
          <a:xfrm>
            <a:off x="3882600" y="9479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49" name="Google Shape;749;p104"/>
          <p:cNvSpPr txBox="1">
            <a:spLocks noGrp="1"/>
          </p:cNvSpPr>
          <p:nvPr>
            <p:ph type="body" idx="2"/>
          </p:nvPr>
        </p:nvSpPr>
        <p:spPr>
          <a:xfrm>
            <a:off x="3882600" y="2195375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0" name="Google Shape;750;p104"/>
          <p:cNvSpPr txBox="1">
            <a:spLocks noGrp="1"/>
          </p:cNvSpPr>
          <p:nvPr>
            <p:ph type="body" idx="3"/>
          </p:nvPr>
        </p:nvSpPr>
        <p:spPr>
          <a:xfrm>
            <a:off x="3882600" y="3562257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1" name="Google Shape;751;p104"/>
          <p:cNvSpPr txBox="1">
            <a:spLocks noGrp="1"/>
          </p:cNvSpPr>
          <p:nvPr>
            <p:ph type="body" idx="4"/>
          </p:nvPr>
        </p:nvSpPr>
        <p:spPr>
          <a:xfrm>
            <a:off x="3882600" y="489131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2" name="Google Shape;752;p104"/>
          <p:cNvSpPr txBox="1">
            <a:spLocks noGrp="1"/>
          </p:cNvSpPr>
          <p:nvPr>
            <p:ph type="body" idx="5"/>
          </p:nvPr>
        </p:nvSpPr>
        <p:spPr>
          <a:xfrm>
            <a:off x="3882600" y="628390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_Sectiekop">
  <p:cSld name="2_Sectiekop">
    <p:spTree>
      <p:nvGrpSpPr>
        <p:cNvPr id="1" name="Shape 753"/>
        <p:cNvGrpSpPr/>
        <p:nvPr/>
      </p:nvGrpSpPr>
      <p:grpSpPr>
        <a:xfrm>
          <a:off x="0" y="0"/>
          <a:ext cx="0" cy="0"/>
        </a:xfrm>
      </p:grpSpPr>
      <p:sp>
        <p:nvSpPr>
          <p:cNvPr id="754" name="Google Shape;754;p105"/>
          <p:cNvSpPr/>
          <p:nvPr/>
        </p:nvSpPr>
        <p:spPr>
          <a:xfrm>
            <a:off x="-1" y="-1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5" name="Google Shape;755;p10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-2" y="22904"/>
            <a:ext cx="10772030" cy="7612063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105"/>
          <p:cNvSpPr/>
          <p:nvPr/>
        </p:nvSpPr>
        <p:spPr>
          <a:xfrm>
            <a:off x="4033157" y="2219980"/>
            <a:ext cx="1812472" cy="2172405"/>
          </a:xfrm>
          <a:prstGeom prst="rect">
            <a:avLst/>
          </a:prstGeom>
          <a:solidFill>
            <a:srgbClr val="3B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05"/>
          <p:cNvSpPr txBox="1"/>
          <p:nvPr/>
        </p:nvSpPr>
        <p:spPr>
          <a:xfrm>
            <a:off x="2642992" y="2685307"/>
            <a:ext cx="5043902" cy="1436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lt2"/>
              </a:buClr>
              <a:buSzPts val="11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9_Titel en object">
  <p:cSld name="19_Titel en object">
    <p:spTree>
      <p:nvGrpSpPr>
        <p:cNvPr id="1" name="Shape 140"/>
        <p:cNvGrpSpPr/>
        <p:nvPr/>
      </p:nvGrpSpPr>
      <p:grpSpPr>
        <a:xfrm>
          <a:off x="0" y="0"/>
          <a:ext cx="0" cy="0"/>
        </a:xfrm>
      </p:grpSpPr>
      <p:sp>
        <p:nvSpPr>
          <p:cNvPr id="141" name="Google Shape;141;p99"/>
          <p:cNvSpPr/>
          <p:nvPr/>
        </p:nvSpPr>
        <p:spPr>
          <a:xfrm rot="5400000">
            <a:off x="-2150866" y="2150865"/>
            <a:ext cx="7668388" cy="3366655"/>
          </a:xfrm>
          <a:prstGeom prst="rect">
            <a:avLst/>
          </a:prstGeom>
          <a:solidFill>
            <a:srgbClr val="3C395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9"/>
          <p:cNvSpPr txBox="1">
            <a:spLocks noGrp="1"/>
          </p:cNvSpPr>
          <p:nvPr>
            <p:ph type="dt" idx="10"/>
          </p:nvPr>
        </p:nvSpPr>
        <p:spPr>
          <a:xfrm>
            <a:off x="1664555" y="7106754"/>
            <a:ext cx="1507876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99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99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145" name="Google Shape;145;p99"/>
          <p:cNvSpPr txBox="1">
            <a:spLocks noGrp="1"/>
          </p:cNvSpPr>
          <p:nvPr>
            <p:ph type="body" idx="1"/>
          </p:nvPr>
        </p:nvSpPr>
        <p:spPr>
          <a:xfrm>
            <a:off x="4507627" y="106025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99"/>
          <p:cNvSpPr txBox="1">
            <a:spLocks noGrp="1"/>
          </p:cNvSpPr>
          <p:nvPr>
            <p:ph type="body" idx="2"/>
          </p:nvPr>
        </p:nvSpPr>
        <p:spPr>
          <a:xfrm>
            <a:off x="4507627" y="2307669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99"/>
          <p:cNvSpPr txBox="1">
            <a:spLocks noGrp="1"/>
          </p:cNvSpPr>
          <p:nvPr>
            <p:ph type="body" idx="3"/>
          </p:nvPr>
        </p:nvSpPr>
        <p:spPr>
          <a:xfrm>
            <a:off x="4507627" y="36745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99"/>
          <p:cNvSpPr txBox="1">
            <a:spLocks noGrp="1"/>
          </p:cNvSpPr>
          <p:nvPr>
            <p:ph type="body" idx="4"/>
          </p:nvPr>
        </p:nvSpPr>
        <p:spPr>
          <a:xfrm>
            <a:off x="4507627" y="500360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9" name="Google Shape;149;p99"/>
          <p:cNvSpPr txBox="1">
            <a:spLocks noGrp="1"/>
          </p:cNvSpPr>
          <p:nvPr>
            <p:ph type="body" idx="5"/>
          </p:nvPr>
        </p:nvSpPr>
        <p:spPr>
          <a:xfrm>
            <a:off x="4507627" y="6396197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99"/>
          <p:cNvSpPr/>
          <p:nvPr/>
        </p:nvSpPr>
        <p:spPr>
          <a:xfrm>
            <a:off x="2820150" y="773863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9"/>
          <p:cNvSpPr txBox="1"/>
          <p:nvPr/>
        </p:nvSpPr>
        <p:spPr>
          <a:xfrm>
            <a:off x="3067798" y="993006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99"/>
          <p:cNvPicPr preferRelativeResize="0"/>
          <p:nvPr/>
        </p:nvPicPr>
        <p:blipFill>
          <a:blip r:embed="rId1">
            <a:alphaModFix/>
          </a:blip>
          <a:srcRect l="51674" r="17298"/>
          <a:stretch>
            <a:fillRect/>
          </a:stretch>
        </p:blipFill>
        <p:spPr>
          <a:xfrm>
            <a:off x="0" y="-1"/>
            <a:ext cx="3366656" cy="766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99"/>
          <p:cNvSpPr/>
          <p:nvPr/>
        </p:nvSpPr>
        <p:spPr>
          <a:xfrm>
            <a:off x="2820150" y="2062913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9"/>
          <p:cNvSpPr/>
          <p:nvPr/>
        </p:nvSpPr>
        <p:spPr>
          <a:xfrm>
            <a:off x="2820150" y="3418638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9"/>
          <p:cNvSpPr/>
          <p:nvPr/>
        </p:nvSpPr>
        <p:spPr>
          <a:xfrm>
            <a:off x="2820150" y="4774363"/>
            <a:ext cx="939801" cy="939800"/>
          </a:xfrm>
          <a:prstGeom prst="ellipse">
            <a:avLst/>
          </a:prstGeom>
          <a:solidFill>
            <a:srgbClr val="F97146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9"/>
          <p:cNvSpPr txBox="1"/>
          <p:nvPr/>
        </p:nvSpPr>
        <p:spPr>
          <a:xfrm>
            <a:off x="3067798" y="2259754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99"/>
          <p:cNvSpPr txBox="1"/>
          <p:nvPr/>
        </p:nvSpPr>
        <p:spPr>
          <a:xfrm>
            <a:off x="3067798" y="3626635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99"/>
          <p:cNvSpPr txBox="1"/>
          <p:nvPr/>
        </p:nvSpPr>
        <p:spPr>
          <a:xfrm>
            <a:off x="3051172" y="4990574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99"/>
          <p:cNvSpPr/>
          <p:nvPr/>
        </p:nvSpPr>
        <p:spPr>
          <a:xfrm>
            <a:off x="2820150" y="6166954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9"/>
          <p:cNvSpPr txBox="1"/>
          <p:nvPr/>
        </p:nvSpPr>
        <p:spPr>
          <a:xfrm>
            <a:off x="3067798" y="6383165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6_Titeldia">
  <p:cSld name="7_Titeldia 2">
    <p:spTree>
      <p:nvGrpSpPr>
        <p:cNvPr id="1" name="Shape 738"/>
        <p:cNvGrpSpPr/>
        <p:nvPr/>
      </p:nvGrpSpPr>
      <p:grpSpPr>
        <a:xfrm>
          <a:off x="0" y="0"/>
          <a:ext cx="0" cy="0"/>
        </a:xfrm>
      </p:grpSpPr>
      <p:sp>
        <p:nvSpPr>
          <p:cNvPr id="739" name="Google Shape;739;p103"/>
          <p:cNvSpPr/>
          <p:nvPr/>
        </p:nvSpPr>
        <p:spPr>
          <a:xfrm>
            <a:off x="-1" y="-1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0" name="Google Shape;740;p103" descr="Afbeelding met zitten, hangen, tafel, klok&#10;&#10;Automatisch gegenereerde beschrijving"/>
          <p:cNvPicPr preferRelativeResize="0"/>
          <p:nvPr/>
        </p:nvPicPr>
        <p:blipFill>
          <a:blip r:embed="rId1">
            <a:alphaModFix/>
          </a:blip>
          <a:srcRect l="27779" r="17554"/>
          <a:stretch>
            <a:fillRect/>
          </a:stretch>
        </p:blipFill>
        <p:spPr>
          <a:xfrm>
            <a:off x="4895986" y="-3390"/>
            <a:ext cx="5903777" cy="7671014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103"/>
          <p:cNvSpPr/>
          <p:nvPr/>
        </p:nvSpPr>
        <p:spPr>
          <a:xfrm>
            <a:off x="4647677" y="1007565"/>
            <a:ext cx="921639" cy="993821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2" name="Google Shape;742;p103"/>
          <p:cNvPicPr preferRelativeResize="0"/>
          <p:nvPr/>
        </p:nvPicPr>
        <p:blipFill>
          <a:blip r:embed="rId2">
            <a:alphaModFix/>
          </a:blip>
          <a:srcRect r="24458"/>
          <a:stretch>
            <a:fillRect/>
          </a:stretch>
        </p:blipFill>
        <p:spPr>
          <a:xfrm>
            <a:off x="585398" y="4716890"/>
            <a:ext cx="2350308" cy="1087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7_Titel en object">
  <p:cSld name="17_Titel en object">
    <p:spTree>
      <p:nvGrpSpPr>
        <p:cNvPr id="1" name="Shape 743"/>
        <p:cNvGrpSpPr/>
        <p:nvPr/>
      </p:nvGrpSpPr>
      <p:grpSpPr>
        <a:xfrm>
          <a:off x="0" y="0"/>
          <a:ext cx="0" cy="0"/>
        </a:xfrm>
      </p:grpSpPr>
      <p:sp>
        <p:nvSpPr>
          <p:cNvPr id="744" name="Google Shape;744;p104"/>
          <p:cNvSpPr txBox="1">
            <a:spLocks noGrp="1"/>
          </p:cNvSpPr>
          <p:nvPr>
            <p:ph type="dt" idx="10"/>
          </p:nvPr>
        </p:nvSpPr>
        <p:spPr>
          <a:xfrm>
            <a:off x="1664555" y="7106754"/>
            <a:ext cx="1507876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5" name="Google Shape;745;p104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6" name="Google Shape;746;p104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pic>
        <p:nvPicPr>
          <p:cNvPr id="747" name="Google Shape;747;p10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92330" y="6872710"/>
            <a:ext cx="639665" cy="468087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104"/>
          <p:cNvSpPr txBox="1">
            <a:spLocks noGrp="1"/>
          </p:cNvSpPr>
          <p:nvPr>
            <p:ph type="body" idx="1"/>
          </p:nvPr>
        </p:nvSpPr>
        <p:spPr>
          <a:xfrm>
            <a:off x="3882600" y="9479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49" name="Google Shape;749;p104"/>
          <p:cNvSpPr txBox="1">
            <a:spLocks noGrp="1"/>
          </p:cNvSpPr>
          <p:nvPr>
            <p:ph type="body" idx="2"/>
          </p:nvPr>
        </p:nvSpPr>
        <p:spPr>
          <a:xfrm>
            <a:off x="3882600" y="2195375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0" name="Google Shape;750;p104"/>
          <p:cNvSpPr txBox="1">
            <a:spLocks noGrp="1"/>
          </p:cNvSpPr>
          <p:nvPr>
            <p:ph type="body" idx="3"/>
          </p:nvPr>
        </p:nvSpPr>
        <p:spPr>
          <a:xfrm>
            <a:off x="3882600" y="3562257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1" name="Google Shape;751;p104"/>
          <p:cNvSpPr txBox="1">
            <a:spLocks noGrp="1"/>
          </p:cNvSpPr>
          <p:nvPr>
            <p:ph type="body" idx="4"/>
          </p:nvPr>
        </p:nvSpPr>
        <p:spPr>
          <a:xfrm>
            <a:off x="3882600" y="489131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2" name="Google Shape;752;p104"/>
          <p:cNvSpPr txBox="1">
            <a:spLocks noGrp="1"/>
          </p:cNvSpPr>
          <p:nvPr>
            <p:ph type="body" idx="5"/>
          </p:nvPr>
        </p:nvSpPr>
        <p:spPr>
          <a:xfrm>
            <a:off x="3882600" y="628390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_Sectiekop">
  <p:cSld name="2_Sectiekop">
    <p:spTree>
      <p:nvGrpSpPr>
        <p:cNvPr id="1" name="Shape 753"/>
        <p:cNvGrpSpPr/>
        <p:nvPr/>
      </p:nvGrpSpPr>
      <p:grpSpPr>
        <a:xfrm>
          <a:off x="0" y="0"/>
          <a:ext cx="0" cy="0"/>
        </a:xfrm>
      </p:grpSpPr>
      <p:sp>
        <p:nvSpPr>
          <p:cNvPr id="754" name="Google Shape;754;p105"/>
          <p:cNvSpPr/>
          <p:nvPr/>
        </p:nvSpPr>
        <p:spPr>
          <a:xfrm>
            <a:off x="-1" y="-1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5" name="Google Shape;755;p10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-2" y="22904"/>
            <a:ext cx="10772030" cy="7612063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105"/>
          <p:cNvSpPr/>
          <p:nvPr/>
        </p:nvSpPr>
        <p:spPr>
          <a:xfrm>
            <a:off x="4033157" y="2219980"/>
            <a:ext cx="1812472" cy="2172405"/>
          </a:xfrm>
          <a:prstGeom prst="rect">
            <a:avLst/>
          </a:prstGeom>
          <a:solidFill>
            <a:srgbClr val="3B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05"/>
          <p:cNvSpPr txBox="1"/>
          <p:nvPr/>
        </p:nvSpPr>
        <p:spPr>
          <a:xfrm>
            <a:off x="2642992" y="2685307"/>
            <a:ext cx="5043902" cy="1436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lt2"/>
              </a:buClr>
              <a:buSzPts val="11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0_Titel en object">
  <p:cSld name="20_Titel en object">
    <p:spTree>
      <p:nvGrpSpPr>
        <p:cNvPr id="1" name="Shape 162"/>
        <p:cNvGrpSpPr/>
        <p:nvPr/>
      </p:nvGrpSpPr>
      <p:grpSpPr>
        <a:xfrm>
          <a:off x="0" y="0"/>
          <a:ext cx="0" cy="0"/>
        </a:xfrm>
      </p:grpSpPr>
      <p:sp>
        <p:nvSpPr>
          <p:cNvPr id="163" name="Google Shape;163;p100"/>
          <p:cNvSpPr/>
          <p:nvPr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C395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0"/>
          <p:cNvSpPr txBox="1">
            <a:spLocks noGrp="1"/>
          </p:cNvSpPr>
          <p:nvPr>
            <p:ph type="dt" idx="10"/>
          </p:nvPr>
        </p:nvSpPr>
        <p:spPr>
          <a:xfrm>
            <a:off x="1664555" y="7106754"/>
            <a:ext cx="1507876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100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100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167" name="Google Shape;167;p100"/>
          <p:cNvSpPr txBox="1">
            <a:spLocks noGrp="1"/>
          </p:cNvSpPr>
          <p:nvPr>
            <p:ph type="body" idx="1"/>
          </p:nvPr>
        </p:nvSpPr>
        <p:spPr>
          <a:xfrm>
            <a:off x="4507627" y="106025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8" name="Google Shape;168;p100"/>
          <p:cNvSpPr txBox="1">
            <a:spLocks noGrp="1"/>
          </p:cNvSpPr>
          <p:nvPr>
            <p:ph type="body" idx="2"/>
          </p:nvPr>
        </p:nvSpPr>
        <p:spPr>
          <a:xfrm>
            <a:off x="4507627" y="2307669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9" name="Google Shape;169;p100"/>
          <p:cNvSpPr txBox="1">
            <a:spLocks noGrp="1"/>
          </p:cNvSpPr>
          <p:nvPr>
            <p:ph type="body" idx="3"/>
          </p:nvPr>
        </p:nvSpPr>
        <p:spPr>
          <a:xfrm>
            <a:off x="4507627" y="36745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100"/>
          <p:cNvSpPr txBox="1">
            <a:spLocks noGrp="1"/>
          </p:cNvSpPr>
          <p:nvPr>
            <p:ph type="body" idx="4"/>
          </p:nvPr>
        </p:nvSpPr>
        <p:spPr>
          <a:xfrm>
            <a:off x="4507627" y="500360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1" name="Google Shape;171;p100"/>
          <p:cNvSpPr txBox="1">
            <a:spLocks noGrp="1"/>
          </p:cNvSpPr>
          <p:nvPr>
            <p:ph type="body" idx="5"/>
          </p:nvPr>
        </p:nvSpPr>
        <p:spPr>
          <a:xfrm>
            <a:off x="4507627" y="6396197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2" name="Google Shape;172;p100"/>
          <p:cNvSpPr/>
          <p:nvPr/>
        </p:nvSpPr>
        <p:spPr>
          <a:xfrm>
            <a:off x="2820150" y="773863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0"/>
          <p:cNvSpPr txBox="1"/>
          <p:nvPr/>
        </p:nvSpPr>
        <p:spPr>
          <a:xfrm>
            <a:off x="3067798" y="993006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100"/>
          <p:cNvPicPr preferRelativeResize="0"/>
          <p:nvPr/>
        </p:nvPicPr>
        <p:blipFill>
          <a:blip r:embed="rId1">
            <a:alphaModFix/>
          </a:blip>
          <a:srcRect l="51674" r="17298"/>
          <a:stretch>
            <a:fillRect/>
          </a:stretch>
        </p:blipFill>
        <p:spPr>
          <a:xfrm>
            <a:off x="0" y="-1"/>
            <a:ext cx="3366656" cy="766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00"/>
          <p:cNvSpPr/>
          <p:nvPr/>
        </p:nvSpPr>
        <p:spPr>
          <a:xfrm>
            <a:off x="2820150" y="2062913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0"/>
          <p:cNvSpPr/>
          <p:nvPr/>
        </p:nvSpPr>
        <p:spPr>
          <a:xfrm>
            <a:off x="2820150" y="4774363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0"/>
          <p:cNvSpPr/>
          <p:nvPr/>
        </p:nvSpPr>
        <p:spPr>
          <a:xfrm>
            <a:off x="2820150" y="6166954"/>
            <a:ext cx="939801" cy="939800"/>
          </a:xfrm>
          <a:prstGeom prst="ellipse">
            <a:avLst/>
          </a:prstGeom>
          <a:solidFill>
            <a:srgbClr val="F97146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0"/>
          <p:cNvSpPr txBox="1"/>
          <p:nvPr/>
        </p:nvSpPr>
        <p:spPr>
          <a:xfrm>
            <a:off x="3067798" y="2259754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00"/>
          <p:cNvSpPr txBox="1"/>
          <p:nvPr/>
        </p:nvSpPr>
        <p:spPr>
          <a:xfrm>
            <a:off x="3051172" y="4990574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00"/>
          <p:cNvSpPr txBox="1"/>
          <p:nvPr/>
        </p:nvSpPr>
        <p:spPr>
          <a:xfrm>
            <a:off x="3067798" y="6383165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00"/>
          <p:cNvSpPr/>
          <p:nvPr/>
        </p:nvSpPr>
        <p:spPr>
          <a:xfrm>
            <a:off x="2820150" y="3418638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0"/>
          <p:cNvSpPr txBox="1"/>
          <p:nvPr/>
        </p:nvSpPr>
        <p:spPr>
          <a:xfrm>
            <a:off x="3067798" y="3626635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6_Titeldia">
  <p:cSld name="7_Titeldia 2">
    <p:spTree>
      <p:nvGrpSpPr>
        <p:cNvPr id="1" name="Shape 738"/>
        <p:cNvGrpSpPr/>
        <p:nvPr/>
      </p:nvGrpSpPr>
      <p:grpSpPr>
        <a:xfrm>
          <a:off x="0" y="0"/>
          <a:ext cx="0" cy="0"/>
        </a:xfrm>
      </p:grpSpPr>
      <p:sp>
        <p:nvSpPr>
          <p:cNvPr id="739" name="Google Shape;739;p103"/>
          <p:cNvSpPr/>
          <p:nvPr/>
        </p:nvSpPr>
        <p:spPr>
          <a:xfrm>
            <a:off x="-1" y="-1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0" name="Google Shape;740;p103" descr="Afbeelding met zitten, hangen, tafel, klok&#10;&#10;Automatisch gegenereerde beschrijving"/>
          <p:cNvPicPr preferRelativeResize="0"/>
          <p:nvPr/>
        </p:nvPicPr>
        <p:blipFill>
          <a:blip r:embed="rId1">
            <a:alphaModFix/>
          </a:blip>
          <a:srcRect l="27779" r="17554"/>
          <a:stretch>
            <a:fillRect/>
          </a:stretch>
        </p:blipFill>
        <p:spPr>
          <a:xfrm>
            <a:off x="4895986" y="-3390"/>
            <a:ext cx="5903777" cy="7671014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103"/>
          <p:cNvSpPr/>
          <p:nvPr/>
        </p:nvSpPr>
        <p:spPr>
          <a:xfrm>
            <a:off x="4647677" y="1007565"/>
            <a:ext cx="921639" cy="993821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2" name="Google Shape;742;p103"/>
          <p:cNvPicPr preferRelativeResize="0"/>
          <p:nvPr/>
        </p:nvPicPr>
        <p:blipFill>
          <a:blip r:embed="rId2">
            <a:alphaModFix/>
          </a:blip>
          <a:srcRect r="24458"/>
          <a:stretch>
            <a:fillRect/>
          </a:stretch>
        </p:blipFill>
        <p:spPr>
          <a:xfrm>
            <a:off x="585398" y="4716890"/>
            <a:ext cx="2350308" cy="1087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7_Titel en object">
  <p:cSld name="17_Titel en object">
    <p:spTree>
      <p:nvGrpSpPr>
        <p:cNvPr id="1" name="Shape 743"/>
        <p:cNvGrpSpPr/>
        <p:nvPr/>
      </p:nvGrpSpPr>
      <p:grpSpPr>
        <a:xfrm>
          <a:off x="0" y="0"/>
          <a:ext cx="0" cy="0"/>
        </a:xfrm>
      </p:grpSpPr>
      <p:sp>
        <p:nvSpPr>
          <p:cNvPr id="744" name="Google Shape;744;p104"/>
          <p:cNvSpPr txBox="1">
            <a:spLocks noGrp="1"/>
          </p:cNvSpPr>
          <p:nvPr>
            <p:ph type="dt" idx="10"/>
          </p:nvPr>
        </p:nvSpPr>
        <p:spPr>
          <a:xfrm>
            <a:off x="1664555" y="7106754"/>
            <a:ext cx="1507876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5" name="Google Shape;745;p104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6" name="Google Shape;746;p104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pic>
        <p:nvPicPr>
          <p:cNvPr id="747" name="Google Shape;747;p10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92330" y="6872710"/>
            <a:ext cx="639665" cy="468087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104"/>
          <p:cNvSpPr txBox="1">
            <a:spLocks noGrp="1"/>
          </p:cNvSpPr>
          <p:nvPr>
            <p:ph type="body" idx="1"/>
          </p:nvPr>
        </p:nvSpPr>
        <p:spPr>
          <a:xfrm>
            <a:off x="3882600" y="9479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49" name="Google Shape;749;p104"/>
          <p:cNvSpPr txBox="1">
            <a:spLocks noGrp="1"/>
          </p:cNvSpPr>
          <p:nvPr>
            <p:ph type="body" idx="2"/>
          </p:nvPr>
        </p:nvSpPr>
        <p:spPr>
          <a:xfrm>
            <a:off x="3882600" y="2195375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0" name="Google Shape;750;p104"/>
          <p:cNvSpPr txBox="1">
            <a:spLocks noGrp="1"/>
          </p:cNvSpPr>
          <p:nvPr>
            <p:ph type="body" idx="3"/>
          </p:nvPr>
        </p:nvSpPr>
        <p:spPr>
          <a:xfrm>
            <a:off x="3882600" y="3562257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1" name="Google Shape;751;p104"/>
          <p:cNvSpPr txBox="1">
            <a:spLocks noGrp="1"/>
          </p:cNvSpPr>
          <p:nvPr>
            <p:ph type="body" idx="4"/>
          </p:nvPr>
        </p:nvSpPr>
        <p:spPr>
          <a:xfrm>
            <a:off x="3882600" y="489131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2" name="Google Shape;752;p104"/>
          <p:cNvSpPr txBox="1">
            <a:spLocks noGrp="1"/>
          </p:cNvSpPr>
          <p:nvPr>
            <p:ph type="body" idx="5"/>
          </p:nvPr>
        </p:nvSpPr>
        <p:spPr>
          <a:xfrm>
            <a:off x="3882600" y="628390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_Sectiekop">
  <p:cSld name="2_Sectiekop">
    <p:spTree>
      <p:nvGrpSpPr>
        <p:cNvPr id="1" name="Shape 753"/>
        <p:cNvGrpSpPr/>
        <p:nvPr/>
      </p:nvGrpSpPr>
      <p:grpSpPr>
        <a:xfrm>
          <a:off x="0" y="0"/>
          <a:ext cx="0" cy="0"/>
        </a:xfrm>
      </p:grpSpPr>
      <p:sp>
        <p:nvSpPr>
          <p:cNvPr id="754" name="Google Shape;754;p105"/>
          <p:cNvSpPr/>
          <p:nvPr/>
        </p:nvSpPr>
        <p:spPr>
          <a:xfrm>
            <a:off x="-1" y="-1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5" name="Google Shape;755;p10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-2" y="22904"/>
            <a:ext cx="10772030" cy="7612063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105"/>
          <p:cNvSpPr/>
          <p:nvPr/>
        </p:nvSpPr>
        <p:spPr>
          <a:xfrm>
            <a:off x="4033157" y="2219980"/>
            <a:ext cx="1812472" cy="2172405"/>
          </a:xfrm>
          <a:prstGeom prst="rect">
            <a:avLst/>
          </a:prstGeom>
          <a:solidFill>
            <a:srgbClr val="3B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05"/>
          <p:cNvSpPr txBox="1"/>
          <p:nvPr/>
        </p:nvSpPr>
        <p:spPr>
          <a:xfrm>
            <a:off x="2642992" y="2685307"/>
            <a:ext cx="5043902" cy="1436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lt2"/>
              </a:buClr>
              <a:buSzPts val="11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14.xml" /><Relationship Id="rId4" Type="http://schemas.openxmlformats.org/officeDocument/2006/relationships/slideLayout" Target="../slideLayouts/slideLayout15.xml" /><Relationship Id="rId5" Type="http://schemas.openxmlformats.org/officeDocument/2006/relationships/theme" Target="../theme/theme2.xml" /></Relationships>
</file>

<file path=ppt/slideMasters/_rels/slideMaster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slideLayout" Target="../slideLayouts/slideLayout17.xml" /><Relationship Id="rId3" Type="http://schemas.openxmlformats.org/officeDocument/2006/relationships/slideLayout" Target="../slideLayouts/slideLayout18.xml" /><Relationship Id="rId4" Type="http://schemas.openxmlformats.org/officeDocument/2006/relationships/slideLayout" Target="../slideLayouts/slideLayout19.xml" /><Relationship Id="rId5" Type="http://schemas.openxmlformats.org/officeDocument/2006/relationships/theme" Target="../theme/theme3.xml" /></Relationships>
</file>

<file path=ppt/slideMasters/_rels/slideMaster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slideLayout" Target="../slideLayouts/slideLayout21.xml" /><Relationship Id="rId3" Type="http://schemas.openxmlformats.org/officeDocument/2006/relationships/slideLayout" Target="../slideLayouts/slideLayout22.xml" /><Relationship Id="rId4" Type="http://schemas.openxmlformats.org/officeDocument/2006/relationships/slideLayout" Target="../slideLayouts/slideLayout23.xml" /><Relationship Id="rId5" Type="http://schemas.openxmlformats.org/officeDocument/2006/relationships/theme" Target="../theme/theme4.xml" /></Relationships>
</file>

<file path=ppt/slideMasters/_rels/slideMaster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4.xml" /><Relationship Id="rId2" Type="http://schemas.openxmlformats.org/officeDocument/2006/relationships/slideLayout" Target="../slideLayouts/slideLayout25.xml" /><Relationship Id="rId3" Type="http://schemas.openxmlformats.org/officeDocument/2006/relationships/slideLayout" Target="../slideLayouts/slideLayout26.xml" /><Relationship Id="rId4" Type="http://schemas.openxmlformats.org/officeDocument/2006/relationships/slideLayout" Target="../slideLayouts/slideLayout27.xml" /><Relationship Id="rId5" Type="http://schemas.openxmlformats.org/officeDocument/2006/relationships/theme" Target="../theme/theme5.xml" /></Relationships>
</file>

<file path=ppt/slideMasters/_rels/slideMaster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8.xml" /><Relationship Id="rId2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0.xml" /><Relationship Id="rId4" Type="http://schemas.openxmlformats.org/officeDocument/2006/relationships/slideLayout" Target="../slideLayouts/slideLayout31.xml" /><Relationship Id="rId5" Type="http://schemas.openxmlformats.org/officeDocument/2006/relationships/theme" Target="../theme/theme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742484" y="408232"/>
            <a:ext cx="9314796" cy="14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4920"/>
              <a:buFont typeface="Calibri"/>
              <a:buNone/>
              <a:defRPr sz="49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742484" y="2041150"/>
            <a:ext cx="9314796" cy="486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27418" algn="l" rtl="0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chemeClr val="dk1"/>
              </a:buClr>
              <a:buSzPts val="3131"/>
              <a:buFont typeface="Arial"/>
              <a:buChar char="•"/>
              <a:defRPr sz="31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98970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683"/>
              <a:buFont typeface="Arial"/>
              <a:buChar char="•"/>
              <a:defRPr sz="268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70586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236"/>
              <a:buFont typeface="Arial"/>
              <a:buChar char="•"/>
              <a:defRPr sz="22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742484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3" r:id="rId3"/>
    <p:sldLayoutId id="2147483664" r:id="rId4"/>
  </p:sldLayoutIdLst>
  <p:transition/>
  <p:timing/>
  <p:hf hdr="0" ftr="0" dt="0"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742484" y="408232"/>
            <a:ext cx="9314796" cy="14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4920"/>
              <a:buFont typeface="Calibri"/>
              <a:buNone/>
              <a:defRPr sz="49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742484" y="2041150"/>
            <a:ext cx="9314796" cy="486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27418" algn="l" rtl="0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chemeClr val="dk1"/>
              </a:buClr>
              <a:buSzPts val="3131"/>
              <a:buFont typeface="Arial"/>
              <a:buChar char="•"/>
              <a:defRPr sz="31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98970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683"/>
              <a:buFont typeface="Arial"/>
              <a:buChar char="•"/>
              <a:defRPr sz="268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70586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236"/>
              <a:buFont typeface="Arial"/>
              <a:buChar char="•"/>
              <a:defRPr sz="22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742484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</p:sldLayoutIdLst>
  <p:transition/>
  <p:timing/>
  <p:hf hdr="0" ftr="0" dt="0"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742484" y="408232"/>
            <a:ext cx="9314796" cy="14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4920"/>
              <a:buFont typeface="Calibri"/>
              <a:buNone/>
              <a:defRPr sz="49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742484" y="2041150"/>
            <a:ext cx="9314796" cy="486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27418" algn="l" rtl="0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chemeClr val="dk1"/>
              </a:buClr>
              <a:buSzPts val="3131"/>
              <a:buFont typeface="Arial"/>
              <a:buChar char="•"/>
              <a:defRPr sz="31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98970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683"/>
              <a:buFont typeface="Arial"/>
              <a:buChar char="•"/>
              <a:defRPr sz="268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70586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236"/>
              <a:buFont typeface="Arial"/>
              <a:buChar char="•"/>
              <a:defRPr sz="22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742484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</p:sldLayoutIdLst>
  <p:transition/>
  <p:timing/>
  <p:hf hdr="0" ftr="0" dt="0"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742484" y="408232"/>
            <a:ext cx="9314796" cy="14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4920"/>
              <a:buFont typeface="Calibri"/>
              <a:buNone/>
              <a:defRPr sz="49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742484" y="2041150"/>
            <a:ext cx="9314796" cy="486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27418" algn="l" rtl="0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chemeClr val="dk1"/>
              </a:buClr>
              <a:buSzPts val="3131"/>
              <a:buFont typeface="Arial"/>
              <a:buChar char="•"/>
              <a:defRPr sz="31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98970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683"/>
              <a:buFont typeface="Arial"/>
              <a:buChar char="•"/>
              <a:defRPr sz="268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70586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236"/>
              <a:buFont typeface="Arial"/>
              <a:buChar char="•"/>
              <a:defRPr sz="22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742484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</p:sldLayoutIdLst>
  <p:transition/>
  <p:timing/>
  <p:hf hdr="0" ftr="0" dt="0"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742484" y="408232"/>
            <a:ext cx="9314796" cy="14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4920"/>
              <a:buFont typeface="Calibri"/>
              <a:buNone/>
              <a:defRPr sz="49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742484" y="2041150"/>
            <a:ext cx="9314796" cy="486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27418" algn="l" rtl="0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chemeClr val="dk1"/>
              </a:buClr>
              <a:buSzPts val="3131"/>
              <a:buFont typeface="Arial"/>
              <a:buChar char="•"/>
              <a:defRPr sz="31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98970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683"/>
              <a:buFont typeface="Arial"/>
              <a:buChar char="•"/>
              <a:defRPr sz="268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70586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236"/>
              <a:buFont typeface="Arial"/>
              <a:buChar char="•"/>
              <a:defRPr sz="22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742484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</p:sldLayoutIdLst>
  <p:transition/>
  <p:timing/>
  <p:hf hdr="0" ftr="0" dt="0"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emf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5.emf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5.emf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4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5.emf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8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5.emf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Shape 766"/>
        <p:cNvGrpSpPr/>
        <p:nvPr/>
      </p:nvGrpSpPr>
      <p:grpSpPr>
        <a:xfrm>
          <a:off x="0" y="0"/>
          <a:ext cx="0" cy="0"/>
        </a:xfrm>
      </p:grpSpPr>
      <p:sp>
        <p:nvSpPr>
          <p:cNvPr id="767" name="Google Shape;767;p68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300"/>
              <a:buNone/>
            </a:pPr>
            <a:fld id="{00000000-1234-1234-1234-123412341234}" type="slidenum">
              <a:rPr lang="nl-NL" sz="1200">
                <a:latin typeface="Avenir Book" panose="02000503020000020003" pitchFamily="2" charset="0"/>
              </a:rPr>
              <a:t>1</a:t>
            </a:fld>
            <a:endParaRPr sz="1200">
              <a:latin typeface="Avenir Book" panose="02000503020000020003" pitchFamily="2" charset="0"/>
            </a:endParaRPr>
          </a:p>
        </p:txBody>
      </p:sp>
      <p:sp>
        <p:nvSpPr>
          <p:cNvPr id="768" name="Google Shape;768;p68"/>
          <p:cNvSpPr txBox="1">
            <a:spLocks noGrp="1"/>
          </p:cNvSpPr>
          <p:nvPr>
            <p:ph type="body" idx="1"/>
          </p:nvPr>
        </p:nvSpPr>
        <p:spPr>
          <a:xfrm>
            <a:off x="4507627" y="106025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</a:pPr>
            <a:r>
              <a:rPr lang="nl-NL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PHtitleone</a:t>
            </a:r>
            <a:endParaRPr>
              <a:latin typeface="Avenir Book" panose="02000503020000020003" pitchFamily="2" charset="0"/>
            </a:endParaRPr>
          </a:p>
        </p:txBody>
      </p:sp>
      <p:sp>
        <p:nvSpPr>
          <p:cNvPr id="769" name="Google Shape;769;p68"/>
          <p:cNvSpPr txBox="1">
            <a:spLocks noGrp="1"/>
          </p:cNvSpPr>
          <p:nvPr>
            <p:ph type="body" idx="2"/>
          </p:nvPr>
        </p:nvSpPr>
        <p:spPr>
          <a:xfrm>
            <a:off x="4507627" y="2307669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</a:pPr>
            <a:r>
              <a:rPr lang="nl-NL" sz="200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PHtitletwo</a:t>
            </a:r>
            <a:endParaRPr lang="nl-NL">
              <a:solidFill>
                <a:srgbClr val="2C354E"/>
              </a:solidFill>
              <a:latin typeface="Avenir Book" panose="02000503020000020003" pitchFamily="2" charset="0"/>
            </a:endParaRPr>
          </a:p>
        </p:txBody>
      </p:sp>
      <p:sp>
        <p:nvSpPr>
          <p:cNvPr id="770" name="Google Shape;770;p68"/>
          <p:cNvSpPr txBox="1">
            <a:spLocks noGrp="1"/>
          </p:cNvSpPr>
          <p:nvPr>
            <p:ph type="body" idx="3"/>
          </p:nvPr>
        </p:nvSpPr>
        <p:spPr>
          <a:xfrm>
            <a:off x="4507627" y="36745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</a:pPr>
            <a:r>
              <a:rPr lang="nl-NL" sz="200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PHtitlethree</a:t>
            </a:r>
            <a:endParaRPr>
              <a:latin typeface="Avenir Book" panose="02000503020000020003" pitchFamily="2" charset="0"/>
            </a:endParaRPr>
          </a:p>
        </p:txBody>
      </p:sp>
      <p:sp>
        <p:nvSpPr>
          <p:cNvPr id="771" name="Google Shape;771;p68"/>
          <p:cNvSpPr txBox="1">
            <a:spLocks noGrp="1"/>
          </p:cNvSpPr>
          <p:nvPr>
            <p:ph type="body" idx="4"/>
          </p:nvPr>
        </p:nvSpPr>
        <p:spPr>
          <a:xfrm>
            <a:off x="4507627" y="500360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113" lvl="0" indent="0" algn="l" rtl="0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2000"/>
              <a:buNone/>
            </a:pPr>
            <a:r>
              <a:rPr lang="nl-NL" sz="200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PHtitlefour</a:t>
            </a:r>
            <a:endParaRPr>
              <a:solidFill>
                <a:srgbClr val="2C354E"/>
              </a:solidFill>
              <a:latin typeface="Avenir Book" panose="02000503020000020003" pitchFamily="2" charset="0"/>
            </a:endParaRPr>
          </a:p>
        </p:txBody>
      </p:sp>
      <p:sp>
        <p:nvSpPr>
          <p:cNvPr id="772" name="Google Shape;772;p68"/>
          <p:cNvSpPr txBox="1">
            <a:spLocks noGrp="1"/>
          </p:cNvSpPr>
          <p:nvPr>
            <p:ph type="body" idx="5"/>
          </p:nvPr>
        </p:nvSpPr>
        <p:spPr>
          <a:xfrm>
            <a:off x="4507627" y="6396197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113" lvl="0" indent="0" algn="l" rtl="0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2000"/>
              <a:buNone/>
            </a:pPr>
            <a:r>
              <a:rPr lang="nl-NL" sz="200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PHtitlefive</a:t>
            </a:r>
            <a:endParaRPr>
              <a:solidFill>
                <a:srgbClr val="2C354E"/>
              </a:solidFill>
              <a:latin typeface="Avenir Book" panose="02000503020000020003" pitchFamily="2" charset="0"/>
            </a:endParaRP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C46D6113-FE0C-86D7-4018-7151C1E89B5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27200" y="7038000"/>
            <a:ext cx="356400" cy="316800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Shape 796"/>
        <p:cNvGrpSpPr/>
        <p:nvPr/>
      </p:nvGrpSpPr>
      <p:grpSpPr>
        <a:xfrm>
          <a:off x="0" y="0"/>
          <a:ext cx="0" cy="0"/>
        </a:xfrm>
      </p:grpSpPr>
      <p:sp>
        <p:nvSpPr>
          <p:cNvPr id="797" name="Google Shape;797;p72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300"/>
              <a:buNone/>
            </a:pPr>
            <a:fld id="{00000000-1234-1234-1234-123412341234}" type="slidenum">
              <a:rPr lang="nl-NL" sz="1200">
                <a:latin typeface="Avenir Book" panose="02000503020000020003" pitchFamily="2" charset="0"/>
              </a:rPr>
              <a:t>2</a:t>
            </a:fld>
            <a:endParaRPr sz="1200">
              <a:latin typeface="Avenir Book" panose="02000503020000020003" pitchFamily="2" charset="0"/>
            </a:endParaRPr>
          </a:p>
        </p:txBody>
      </p:sp>
      <p:sp>
        <p:nvSpPr>
          <p:cNvPr id="798" name="Google Shape;798;p72"/>
          <p:cNvSpPr txBox="1">
            <a:spLocks noGrp="1"/>
          </p:cNvSpPr>
          <p:nvPr>
            <p:ph type="body" idx="1"/>
          </p:nvPr>
        </p:nvSpPr>
        <p:spPr>
          <a:xfrm>
            <a:off x="4507627" y="106025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</a:pPr>
            <a:r>
              <a:rPr lang="nl-NL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PHtitleone</a:t>
            </a:r>
            <a:endParaRPr lang="nl-NL">
              <a:latin typeface="Avenir Book" panose="02000503020000020003" pitchFamily="2" charset="0"/>
            </a:endParaRPr>
          </a:p>
        </p:txBody>
      </p:sp>
      <p:sp>
        <p:nvSpPr>
          <p:cNvPr id="799" name="Google Shape;799;p72"/>
          <p:cNvSpPr txBox="1">
            <a:spLocks noGrp="1"/>
          </p:cNvSpPr>
          <p:nvPr>
            <p:ph type="body" idx="2"/>
          </p:nvPr>
        </p:nvSpPr>
        <p:spPr>
          <a:xfrm>
            <a:off x="4507627" y="2307669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</a:pPr>
            <a:r>
              <a:rPr lang="nl-NL" sz="200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PHtitletwo</a:t>
            </a:r>
            <a:endParaRPr lang="nl-NL">
              <a:solidFill>
                <a:srgbClr val="2C354E"/>
              </a:solidFill>
              <a:latin typeface="Avenir Book" panose="02000503020000020003" pitchFamily="2" charset="0"/>
            </a:endParaRPr>
          </a:p>
        </p:txBody>
      </p:sp>
      <p:sp>
        <p:nvSpPr>
          <p:cNvPr id="800" name="Google Shape;800;p72"/>
          <p:cNvSpPr txBox="1">
            <a:spLocks noGrp="1"/>
          </p:cNvSpPr>
          <p:nvPr>
            <p:ph type="body" idx="3"/>
          </p:nvPr>
        </p:nvSpPr>
        <p:spPr>
          <a:xfrm>
            <a:off x="4507627" y="36745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</a:pPr>
            <a:r>
              <a:rPr lang="nl-NL" sz="2000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PHtitlethree</a:t>
            </a:r>
            <a:endParaRPr>
              <a:latin typeface="Avenir Book" panose="02000503020000020003" pitchFamily="2" charset="0"/>
            </a:endParaRPr>
          </a:p>
        </p:txBody>
      </p:sp>
      <p:sp>
        <p:nvSpPr>
          <p:cNvPr id="801" name="Google Shape;801;p72"/>
          <p:cNvSpPr txBox="1">
            <a:spLocks noGrp="1"/>
          </p:cNvSpPr>
          <p:nvPr>
            <p:ph type="body" idx="4"/>
          </p:nvPr>
        </p:nvSpPr>
        <p:spPr>
          <a:xfrm>
            <a:off x="4507627" y="500360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113" lvl="0" indent="0" algn="l" rtl="0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2000"/>
              <a:buNone/>
            </a:pPr>
            <a:r>
              <a:rPr lang="nl-NL" sz="200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PHtitlefour</a:t>
            </a:r>
            <a:endParaRPr>
              <a:solidFill>
                <a:srgbClr val="2C354E"/>
              </a:solidFill>
              <a:latin typeface="Avenir Book" panose="02000503020000020003" pitchFamily="2" charset="0"/>
            </a:endParaRPr>
          </a:p>
        </p:txBody>
      </p:sp>
      <p:sp>
        <p:nvSpPr>
          <p:cNvPr id="802" name="Google Shape;802;p72"/>
          <p:cNvSpPr txBox="1">
            <a:spLocks noGrp="1"/>
          </p:cNvSpPr>
          <p:nvPr>
            <p:ph type="body" idx="5"/>
          </p:nvPr>
        </p:nvSpPr>
        <p:spPr>
          <a:xfrm>
            <a:off x="4507627" y="6396197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113" indent="0"/>
            <a:r>
              <a:rPr lang="nl-NL" sz="2000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PHtitlefive</a:t>
            </a:r>
            <a:endParaRPr lang="nl-NL">
              <a:solidFill>
                <a:srgbClr val="2C354E"/>
              </a:solidFill>
              <a:latin typeface="Avenir Book" panose="02000503020000020003" pitchFamily="2" charset="0"/>
            </a:endParaRP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05B0C49B-D7DA-DD88-0ED3-71E0EEAD7D2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27200" y="7038000"/>
            <a:ext cx="356400" cy="316800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Shape 908"/>
        <p:cNvGrpSpPr/>
        <p:nvPr/>
      </p:nvGrpSpPr>
      <p:grpSpPr>
        <a:xfrm>
          <a:off x="0" y="0"/>
          <a:ext cx="0" cy="0"/>
        </a:xfrm>
      </p:grpSpPr>
      <p:sp>
        <p:nvSpPr>
          <p:cNvPr id="909" name="Google Shape;909;p82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300"/>
              <a:buNone/>
            </a:pPr>
            <a:fld id="{00000000-1234-1234-1234-123412341234}" type="slidenum">
              <a:rPr lang="nl-NL" sz="1200">
                <a:latin typeface="Avenir Book" panose="02000503020000020003" pitchFamily="2" charset="0"/>
              </a:rPr>
              <a:t>3</a:t>
            </a:fld>
            <a:endParaRPr sz="1200">
              <a:latin typeface="Avenir Book" panose="02000503020000020003" pitchFamily="2" charset="0"/>
            </a:endParaRPr>
          </a:p>
        </p:txBody>
      </p:sp>
      <p:sp>
        <p:nvSpPr>
          <p:cNvPr id="910" name="Google Shape;910;p82"/>
          <p:cNvSpPr txBox="1">
            <a:spLocks noGrp="1"/>
          </p:cNvSpPr>
          <p:nvPr>
            <p:ph type="body" idx="1"/>
          </p:nvPr>
        </p:nvSpPr>
        <p:spPr>
          <a:xfrm>
            <a:off x="4507627" y="106025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</a:pPr>
            <a:r>
              <a:rPr lang="nl-NL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PHtitleone</a:t>
            </a:r>
            <a:endParaRPr lang="nl-NL">
              <a:latin typeface="Avenir Book" panose="02000503020000020003" pitchFamily="2" charset="0"/>
            </a:endParaRPr>
          </a:p>
        </p:txBody>
      </p:sp>
      <p:sp>
        <p:nvSpPr>
          <p:cNvPr id="911" name="Google Shape;911;p82"/>
          <p:cNvSpPr txBox="1">
            <a:spLocks noGrp="1"/>
          </p:cNvSpPr>
          <p:nvPr>
            <p:ph type="body" idx="2"/>
          </p:nvPr>
        </p:nvSpPr>
        <p:spPr>
          <a:xfrm>
            <a:off x="4507627" y="2307669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indent="0">
              <a:spcBef>
                <a:spcPct val="0"/>
              </a:spcBef>
            </a:pPr>
            <a:r>
              <a:rPr lang="nl-NL" sz="200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PHtitletwo</a:t>
            </a:r>
            <a:endParaRPr lang="nl-NL">
              <a:solidFill>
                <a:srgbClr val="2C354E"/>
              </a:solidFill>
              <a:latin typeface="Avenir Book" panose="02000503020000020003" pitchFamily="2" charset="0"/>
            </a:endParaRPr>
          </a:p>
        </p:txBody>
      </p:sp>
      <p:sp>
        <p:nvSpPr>
          <p:cNvPr id="912" name="Google Shape;912;p82"/>
          <p:cNvSpPr txBox="1">
            <a:spLocks noGrp="1"/>
          </p:cNvSpPr>
          <p:nvPr>
            <p:ph type="body" idx="3"/>
          </p:nvPr>
        </p:nvSpPr>
        <p:spPr>
          <a:xfrm>
            <a:off x="4507627" y="36745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</a:pPr>
            <a:r>
              <a:rPr lang="nl-NL" sz="200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PHtitlethree</a:t>
            </a:r>
            <a:endParaRPr lang="nl-NL">
              <a:latin typeface="Avenir Book" panose="02000503020000020003" pitchFamily="2" charset="0"/>
            </a:endParaRPr>
          </a:p>
        </p:txBody>
      </p:sp>
      <p:sp>
        <p:nvSpPr>
          <p:cNvPr id="913" name="Google Shape;913;p82"/>
          <p:cNvSpPr txBox="1">
            <a:spLocks noGrp="1"/>
          </p:cNvSpPr>
          <p:nvPr>
            <p:ph type="body" idx="4"/>
          </p:nvPr>
        </p:nvSpPr>
        <p:spPr>
          <a:xfrm>
            <a:off x="4507627" y="500360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113" lvl="0" indent="0" algn="l" rtl="0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2000"/>
              <a:buNone/>
            </a:pPr>
            <a:r>
              <a:rPr lang="nl-NL" sz="200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PHtitlefour</a:t>
            </a:r>
            <a:endParaRPr lang="nl-NL">
              <a:solidFill>
                <a:srgbClr val="2C354E"/>
              </a:solidFill>
              <a:latin typeface="Avenir Book" panose="02000503020000020003" pitchFamily="2" charset="0"/>
            </a:endParaRPr>
          </a:p>
        </p:txBody>
      </p:sp>
      <p:sp>
        <p:nvSpPr>
          <p:cNvPr id="914" name="Google Shape;914;p82"/>
          <p:cNvSpPr txBox="1">
            <a:spLocks noGrp="1"/>
          </p:cNvSpPr>
          <p:nvPr>
            <p:ph type="body" idx="5"/>
          </p:nvPr>
        </p:nvSpPr>
        <p:spPr>
          <a:xfrm>
            <a:off x="4507627" y="6396197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113" lvl="0" indent="0" algn="l" rtl="0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2000"/>
              <a:buNone/>
            </a:pPr>
            <a:r>
              <a:rPr lang="nl-NL" sz="2000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PHtitlefive</a:t>
            </a:r>
            <a:endParaRPr>
              <a:solidFill>
                <a:srgbClr val="2C354E"/>
              </a:solidFill>
              <a:latin typeface="Avenir Book" panose="02000503020000020003" pitchFamily="2" charset="0"/>
            </a:endParaRP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C95A0FC4-90B2-4C37-8589-2139EE7BC6B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27200" y="7038000"/>
            <a:ext cx="356400" cy="316800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Shape 937"/>
        <p:cNvGrpSpPr/>
        <p:nvPr/>
      </p:nvGrpSpPr>
      <p:grpSpPr>
        <a:xfrm>
          <a:off x="0" y="0"/>
          <a:ext cx="0" cy="0"/>
        </a:xfrm>
      </p:grpSpPr>
      <p:sp>
        <p:nvSpPr>
          <p:cNvPr id="938" name="Google Shape;938;p85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300"/>
              <a:buNone/>
            </a:pPr>
            <a:fld id="{00000000-1234-1234-1234-123412341234}" type="slidenum">
              <a:rPr lang="nl-NL" sz="1200">
                <a:latin typeface="Avenir Book" panose="02000503020000020003" pitchFamily="2" charset="0"/>
              </a:rPr>
              <a:t>4</a:t>
            </a:fld>
            <a:endParaRPr sz="1200">
              <a:latin typeface="Avenir Book" panose="02000503020000020003" pitchFamily="2" charset="0"/>
            </a:endParaRPr>
          </a:p>
        </p:txBody>
      </p:sp>
      <p:sp>
        <p:nvSpPr>
          <p:cNvPr id="939" name="Google Shape;939;p85"/>
          <p:cNvSpPr txBox="1">
            <a:spLocks noGrp="1"/>
          </p:cNvSpPr>
          <p:nvPr>
            <p:ph type="body" idx="1"/>
          </p:nvPr>
        </p:nvSpPr>
        <p:spPr>
          <a:xfrm>
            <a:off x="4507627" y="106025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</a:pPr>
            <a:r>
              <a:rPr lang="nl-NL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PHtitleone</a:t>
            </a:r>
            <a:endParaRPr lang="nl-NL">
              <a:latin typeface="Avenir Book" panose="02000503020000020003" pitchFamily="2" charset="0"/>
            </a:endParaRPr>
          </a:p>
        </p:txBody>
      </p:sp>
      <p:sp>
        <p:nvSpPr>
          <p:cNvPr id="940" name="Google Shape;940;p85"/>
          <p:cNvSpPr txBox="1">
            <a:spLocks noGrp="1"/>
          </p:cNvSpPr>
          <p:nvPr>
            <p:ph type="body" idx="2"/>
          </p:nvPr>
        </p:nvSpPr>
        <p:spPr>
          <a:xfrm>
            <a:off x="4507627" y="2307669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indent="0">
              <a:spcBef>
                <a:spcPct val="0"/>
              </a:spcBef>
            </a:pPr>
            <a:r>
              <a:rPr lang="nl-NL" b="0" i="0" err="1">
                <a:solidFill>
                  <a:srgbClr val="2C354E"/>
                </a:solidFill>
                <a:effectLst/>
                <a:latin typeface="Avenir Book" panose="02000503020000020003" pitchFamily="2" charset="0"/>
                <a:ea typeface="Avenir" panose="020b0503020203020204" pitchFamily="34" charset="0"/>
                <a:cs typeface="Avenir" panose="020b0503020203020204" pitchFamily="34" charset="0"/>
              </a:rPr>
              <a:t>PHtitletwo</a:t>
            </a:r>
            <a:endParaRPr lang="en-US" sz="2400">
              <a:effectLst/>
              <a:latin typeface="Avenir Book" panose="02000503020000020003" pitchFamily="2" charset="0"/>
            </a:endParaRPr>
          </a:p>
        </p:txBody>
      </p:sp>
      <p:sp>
        <p:nvSpPr>
          <p:cNvPr id="941" name="Google Shape;941;p85"/>
          <p:cNvSpPr txBox="1">
            <a:spLocks noGrp="1"/>
          </p:cNvSpPr>
          <p:nvPr>
            <p:ph type="body" idx="3"/>
          </p:nvPr>
        </p:nvSpPr>
        <p:spPr>
          <a:xfrm>
            <a:off x="4507627" y="36745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indent="0">
              <a:spcBef>
                <a:spcPct val="0"/>
              </a:spcBef>
            </a:pPr>
            <a:r>
              <a:rPr lang="nl-NL" sz="200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PHtitlethree</a:t>
            </a:r>
            <a:endParaRPr lang="nl-NL">
              <a:latin typeface="Avenir Book" panose="02000503020000020003" pitchFamily="2" charset="0"/>
            </a:endParaRPr>
          </a:p>
        </p:txBody>
      </p:sp>
      <p:sp>
        <p:nvSpPr>
          <p:cNvPr id="942" name="Google Shape;942;p85"/>
          <p:cNvSpPr txBox="1">
            <a:spLocks noGrp="1"/>
          </p:cNvSpPr>
          <p:nvPr>
            <p:ph type="body" idx="4"/>
          </p:nvPr>
        </p:nvSpPr>
        <p:spPr>
          <a:xfrm>
            <a:off x="4507627" y="500360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113" lvl="0" indent="0" algn="l" rtl="0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2000"/>
              <a:buNone/>
            </a:pPr>
            <a:r>
              <a:rPr lang="nl-NL" sz="200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PHtitlefour</a:t>
            </a:r>
            <a:endParaRPr>
              <a:solidFill>
                <a:srgbClr val="2C354E"/>
              </a:solidFill>
              <a:latin typeface="Avenir Book" panose="02000503020000020003" pitchFamily="2" charset="0"/>
            </a:endParaRPr>
          </a:p>
        </p:txBody>
      </p:sp>
      <p:sp>
        <p:nvSpPr>
          <p:cNvPr id="943" name="Google Shape;943;p85"/>
          <p:cNvSpPr txBox="1">
            <a:spLocks noGrp="1"/>
          </p:cNvSpPr>
          <p:nvPr>
            <p:ph type="body" idx="5"/>
          </p:nvPr>
        </p:nvSpPr>
        <p:spPr>
          <a:xfrm>
            <a:off x="4507627" y="6396197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113" lvl="0" indent="0" algn="l" rtl="0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2000"/>
              <a:buNone/>
            </a:pPr>
            <a:r>
              <a:rPr lang="nl-NL" sz="2000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PHtitlefive</a:t>
            </a:r>
            <a:endParaRPr>
              <a:solidFill>
                <a:srgbClr val="2C354E"/>
              </a:solidFill>
              <a:latin typeface="Avenir Book" panose="02000503020000020003" pitchFamily="2" charset="0"/>
            </a:endParaRP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E23171B4-14F2-6498-8179-780EC291536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27200" y="7038000"/>
            <a:ext cx="356400" cy="316800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Shape 956"/>
        <p:cNvGrpSpPr/>
        <p:nvPr/>
      </p:nvGrpSpPr>
      <p:grpSpPr>
        <a:xfrm>
          <a:off x="0" y="0"/>
          <a:ext cx="0" cy="0"/>
        </a:xfrm>
      </p:grpSpPr>
      <p:sp>
        <p:nvSpPr>
          <p:cNvPr id="957" name="Google Shape;957;p87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300"/>
              <a:buNone/>
            </a:pPr>
            <a:fld id="{00000000-1234-1234-1234-123412341234}" type="slidenum">
              <a:rPr lang="nl-NL" sz="1200">
                <a:latin typeface="Avenir Book" panose="02000503020000020003" pitchFamily="2" charset="0"/>
              </a:rPr>
              <a:t>5</a:t>
            </a:fld>
            <a:endParaRPr sz="1200">
              <a:latin typeface="Avenir Book" panose="02000503020000020003" pitchFamily="2" charset="0"/>
            </a:endParaRPr>
          </a:p>
        </p:txBody>
      </p:sp>
      <p:sp>
        <p:nvSpPr>
          <p:cNvPr id="958" name="Google Shape;958;p87"/>
          <p:cNvSpPr txBox="1">
            <a:spLocks noGrp="1"/>
          </p:cNvSpPr>
          <p:nvPr>
            <p:ph type="body" idx="1"/>
          </p:nvPr>
        </p:nvSpPr>
        <p:spPr>
          <a:xfrm>
            <a:off x="4507627" y="106025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</a:pPr>
            <a:r>
              <a:rPr lang="nl-NL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PHtitleone</a:t>
            </a:r>
            <a:endParaRPr lang="nl-NL">
              <a:latin typeface="Avenir Book" panose="02000503020000020003" pitchFamily="2" charset="0"/>
            </a:endParaRPr>
          </a:p>
        </p:txBody>
      </p:sp>
      <p:sp>
        <p:nvSpPr>
          <p:cNvPr id="959" name="Google Shape;959;p87"/>
          <p:cNvSpPr txBox="1">
            <a:spLocks noGrp="1"/>
          </p:cNvSpPr>
          <p:nvPr>
            <p:ph type="body" idx="2"/>
          </p:nvPr>
        </p:nvSpPr>
        <p:spPr>
          <a:xfrm>
            <a:off x="4507627" y="2307669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</a:pPr>
            <a:r>
              <a:rPr lang="nl-NL" sz="200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PHtitletwo</a:t>
            </a:r>
            <a:endParaRPr>
              <a:solidFill>
                <a:srgbClr val="2C354E"/>
              </a:solidFill>
              <a:latin typeface="Avenir Book" panose="02000503020000020003" pitchFamily="2" charset="0"/>
            </a:endParaRPr>
          </a:p>
        </p:txBody>
      </p:sp>
      <p:sp>
        <p:nvSpPr>
          <p:cNvPr id="960" name="Google Shape;960;p87"/>
          <p:cNvSpPr txBox="1">
            <a:spLocks noGrp="1"/>
          </p:cNvSpPr>
          <p:nvPr>
            <p:ph type="body" idx="3"/>
          </p:nvPr>
        </p:nvSpPr>
        <p:spPr>
          <a:xfrm>
            <a:off x="4507627" y="36745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</a:pPr>
            <a:r>
              <a:rPr lang="nl-NL" sz="200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PHtitlethree</a:t>
            </a:r>
            <a:endParaRPr>
              <a:latin typeface="Avenir Book" panose="02000503020000020003" pitchFamily="2" charset="0"/>
            </a:endParaRPr>
          </a:p>
        </p:txBody>
      </p:sp>
      <p:sp>
        <p:nvSpPr>
          <p:cNvPr id="961" name="Google Shape;961;p87"/>
          <p:cNvSpPr txBox="1">
            <a:spLocks noGrp="1"/>
          </p:cNvSpPr>
          <p:nvPr>
            <p:ph type="body" idx="4"/>
          </p:nvPr>
        </p:nvSpPr>
        <p:spPr>
          <a:xfrm>
            <a:off x="4507627" y="500360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113" lvl="0" indent="0" algn="l" rtl="0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2000"/>
              <a:buNone/>
            </a:pPr>
            <a:r>
              <a:rPr lang="nl-NL" sz="200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PHtitlefour</a:t>
            </a:r>
            <a:endParaRPr>
              <a:solidFill>
                <a:srgbClr val="2C354E"/>
              </a:solidFill>
              <a:latin typeface="Avenir Book" panose="02000503020000020003" pitchFamily="2" charset="0"/>
            </a:endParaRPr>
          </a:p>
        </p:txBody>
      </p:sp>
      <p:sp>
        <p:nvSpPr>
          <p:cNvPr id="962" name="Google Shape;962;p87"/>
          <p:cNvSpPr txBox="1">
            <a:spLocks noGrp="1"/>
          </p:cNvSpPr>
          <p:nvPr>
            <p:ph type="body" idx="5"/>
          </p:nvPr>
        </p:nvSpPr>
        <p:spPr>
          <a:xfrm>
            <a:off x="4507627" y="6396197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113" lvl="0" indent="0" algn="l" rtl="0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2000"/>
              <a:buNone/>
            </a:pPr>
            <a:r>
              <a:rPr lang="nl-NL" sz="200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PHtitlefive</a:t>
            </a:r>
            <a:endParaRPr>
              <a:solidFill>
                <a:srgbClr val="2C354E"/>
              </a:solidFill>
              <a:latin typeface="Avenir Book" panose="02000503020000020003" pitchFamily="2" charset="0"/>
            </a:endParaRP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8FEA319F-6CAD-7738-86E5-488E9F60B7F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27200" y="7038000"/>
            <a:ext cx="356400" cy="316800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36"/>
  <p:tag name="AS_OS" val="Unix 5.15.0.156"/>
  <p:tag name="AS_RELEASE_DATE" val="2025.06.14"/>
  <p:tag name="AS_TITLE" val="Aspose.Slides for .NET6"/>
  <p:tag name="AS_VERSION" val="25.6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Kantoorthema">
  <a:themeElements>
    <a:clrScheme name="Kantoorthema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ppt/theme/theme3.xml><?xml version="1.0" encoding="utf-8"?>
<a:theme xmlns:r="http://schemas.openxmlformats.org/officeDocument/2006/relationships" xmlns:a="http://schemas.openxmlformats.org/drawingml/2006/main" name="Kantoorthema">
  <a:themeElements>
    <a:clrScheme name="Kantoorthema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ppt/theme/theme4.xml><?xml version="1.0" encoding="utf-8"?>
<a:theme xmlns:r="http://schemas.openxmlformats.org/officeDocument/2006/relationships" xmlns:a="http://schemas.openxmlformats.org/drawingml/2006/main" name="Kantoorthema">
  <a:themeElements>
    <a:clrScheme name="Kantoorthema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ppt/theme/theme5.xml><?xml version="1.0" encoding="utf-8"?>
<a:theme xmlns:r="http://schemas.openxmlformats.org/officeDocument/2006/relationships" xmlns:a="http://schemas.openxmlformats.org/drawingml/2006/main" name="Kantoorthema">
  <a:themeElements>
    <a:clrScheme name="Kantoorthema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ppt/theme/theme6.xml><?xml version="1.0" encoding="utf-8"?>
<a:theme xmlns:r="http://schemas.openxmlformats.org/officeDocument/2006/relationships" xmlns:a="http://schemas.openxmlformats.org/drawingml/2006/main" name="Kantoorthema">
  <a:themeElements>
    <a:clrScheme name="Kantoorthema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ppt/theme/theme7.xml><?xml version="1.0" encoding="utf-8"?>
<a:theme xmlns:r="http://schemas.openxmlformats.org/officeDocument/2006/relationships" xmlns:a="http://schemas.openxmlformats.org/drawingml/2006/main" name="Kantoorthe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30</Paragraphs>
  <Slides>5</Slides>
  <Notes>5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baseType="lpstr" size="10">
      <vt:lpstr>Arial</vt:lpstr>
      <vt:lpstr>Calibri</vt:lpstr>
      <vt:lpstr>Avenir</vt:lpstr>
      <vt:lpstr>Avenir 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25.0600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2026-03-12T14:19:28.879</cp:lastPrinted>
  <dcterms:created xsi:type="dcterms:W3CDTF">2026-03-12T14:19:28Z</dcterms:created>
  <dcterms:modified xsi:type="dcterms:W3CDTF">2026-03-12T14:19:29Z</dcterms:modified>
</cp:coreProperties>
</file>