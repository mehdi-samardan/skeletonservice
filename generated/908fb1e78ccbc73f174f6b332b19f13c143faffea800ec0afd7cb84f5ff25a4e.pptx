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0000_slide1.xml" ContentType="application/vnd.openxmlformats-officedocument.presentationml.slide+xml"/>
  <Override PartName="/ppt/slides/sl0001_slide1.xml" ContentType="application/vnd.openxmlformats-officedocument.presentationml.slide+xml"/>
  <Override PartName="/ppt/slides/sl0002_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0" ns1:id="rId1"/>
  </ns0:sldMasterIdLst>
  <ns0:notesMasterIdLst>
    <ns0:notesMasterId ns1:id="rId3"/>
  </ns0:notesMasterIdLst>
  <ns0:handoutMasterIdLst>
    <ns0:handoutMasterId ns1:id="rId4"/>
  </ns0:handoutMasterIdLst>
  <ns0:sldIdLst>
    <ns0:sldId id="256" ns1:id="rId2"/>
    <ns0:sldId id="257" ns1:id="rId9"/>
    <ns0:sldId id="258" ns1:id="rId10"/>
  </ns0:sldIdLst>
  <ns0:sldSz cx="10799763" cy="7667625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/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950"/>
    <a:srgbClr val="3D3950"/>
    <a:srgbClr val="EE7444"/>
    <a:srgbClr val="D4D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442"/>
  </p:normalViewPr>
  <p:slideViewPr>
    <p:cSldViewPr snapToGrid="0">
      <p:cViewPr varScale="1">
        <p:scale>
          <a:sx n="84" d="100"/>
          <a:sy n="84" d="100"/>
        </p:scale>
        <p:origin x="1248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5" d="100"/>
          <a:sy n="105" d="100"/>
        </p:scale>
        <p:origin x="4152" y="200"/>
      </p:cViewPr>
      <p:guideLst/>
    </p:cSldViewPr>
  </p:notesViewPr>
  <p:gridSpacing cx="72008" cy="72008"/>
</p:viewPr>
</file>

<file path=ppt/_rels/presentation.xml.rels><ns0:Relationships xmlns:ns0="http://schemas.openxmlformats.org/package/2006/relationships"><ns0:Relationship Id="rId8" Type="http://schemas.openxmlformats.org/officeDocument/2006/relationships/tableStyles" Target="tableStyles.xml" /><ns0:Relationship Id="rId3" Type="http://schemas.openxmlformats.org/officeDocument/2006/relationships/notesMaster" Target="notesMasters/notesMaster1.xml" /><ns0:Relationship Id="rId7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viewProps" Target="viewProps.xml" /><ns0:Relationship Id="rId5" Type="http://schemas.openxmlformats.org/officeDocument/2006/relationships/presProps" Target="presProps.xml" /><ns0:Relationship Id="rId4" Type="http://schemas.openxmlformats.org/officeDocument/2006/relationships/handoutMaster" Target="handoutMasters/handoutMaster1.xml" /><ns0:Relationship Id="rId2" Type="http://schemas.openxmlformats.org/officeDocument/2006/relationships/slide" Target="slides/sl0000_slide1.xml" /><ns0:Relationship Id="rId9" Type="http://schemas.openxmlformats.org/officeDocument/2006/relationships/slide" Target="slides/sl0001_slide1.xml" /><ns0:Relationship Id="rId10" Type="http://schemas.openxmlformats.org/officeDocument/2006/relationships/slide" Target="slides/sl0002_slide1.xml" /></ns0: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D75ECEC2-241C-D30D-CC2E-16F0ACF9EF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EF4104A-10C4-B770-FAAA-69EEDBE966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0FD2D-0C03-B54E-81D5-A213644F7A74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3E66A27-1CA8-F1DE-4CB3-C5248254AB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5A1523-42F5-AC25-2B34-F69E68995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7FC77-A562-2044-B0CB-DAD9705F10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7357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3EA4F-706F-A846-AF35-5D3190B89244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EB03D-5C1B-924A-855A-C3EFA393BE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9810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pagina ALP Rap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hoek 13">
            <a:extLst>
              <a:ext uri="{FF2B5EF4-FFF2-40B4-BE49-F238E27FC236}">
                <a16:creationId xmlns:a16="http://schemas.microsoft.com/office/drawing/2014/main" id="{CF2C3352-3546-F866-FBE8-942514B9CC73}"/>
              </a:ext>
            </a:extLst>
          </p:cNvPr>
          <p:cNvSpPr/>
          <p:nvPr userDrawn="1"/>
        </p:nvSpPr>
        <p:spPr>
          <a:xfrm>
            <a:off x="-1" y="-14137"/>
            <a:ext cx="10799764" cy="7681762"/>
          </a:xfrm>
          <a:prstGeom prst="rect">
            <a:avLst/>
          </a:prstGeom>
          <a:solidFill>
            <a:srgbClr val="3C39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B5470627-28B9-BFBE-A0B1-BB71257B2C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58" r="9271"/>
          <a:stretch/>
        </p:blipFill>
        <p:spPr>
          <a:xfrm>
            <a:off x="4418854" y="18369"/>
            <a:ext cx="6380909" cy="7195513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BA225ACD-81B1-9851-2CFE-7FE5FA1DE3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40073" y="-287338"/>
            <a:ext cx="2349500" cy="18415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E8911E73-4DB8-265B-2BF2-B5420CB7E7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01438" y="3616125"/>
            <a:ext cx="3225800" cy="3060700"/>
          </a:xfrm>
          <a:prstGeom prst="rect">
            <a:avLst/>
          </a:prstGeom>
        </p:spPr>
      </p:pic>
      <p:pic>
        <p:nvPicPr>
          <p:cNvPr id="11" name="Afbeelding 10" descr="Afbeelding met wit, zwart, bril, zwart-wit&#10;&#10;Automatisch gegenereerde beschrijving">
            <a:extLst>
              <a:ext uri="{FF2B5EF4-FFF2-40B4-BE49-F238E27FC236}">
                <a16:creationId xmlns:a16="http://schemas.microsoft.com/office/drawing/2014/main" id="{99013AF5-3552-F4CE-7933-F6F9B5F34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0370"/>
          <a:stretch/>
        </p:blipFill>
        <p:spPr>
          <a:xfrm>
            <a:off x="0" y="6222668"/>
            <a:ext cx="10799763" cy="1470220"/>
          </a:xfrm>
          <a:prstGeom prst="rect">
            <a:avLst/>
          </a:prstGeom>
        </p:spPr>
      </p:pic>
      <p:pic>
        <p:nvPicPr>
          <p:cNvPr id="3" name="Afbeelding 2" descr="Afbeelding met Lettertype, tekst, Graphics, schermopname&#10;&#10;Door AI gegenereerde inhoud is mogelijk onjuist.">
            <a:extLst>
              <a:ext uri="{FF2B5EF4-FFF2-40B4-BE49-F238E27FC236}">
                <a16:creationId xmlns:a16="http://schemas.microsoft.com/office/drawing/2014/main" id="{F0FAF348-5934-4055-C48E-33B66FAC097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242109" y="6614871"/>
            <a:ext cx="4289401" cy="87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1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Afbeelding 34">
            <a:extLst>
              <a:ext uri="{FF2B5EF4-FFF2-40B4-BE49-F238E27FC236}">
                <a16:creationId xmlns:a16="http://schemas.microsoft.com/office/drawing/2014/main" id="{C5404365-60B4-7466-EBD4-532444FD67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2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2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7884BB7-FD14-C0CE-492B-59EFD58834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6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3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24EBACC1-7EFF-FFD9-6FF2-B3A282661F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1942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1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E139790F-0636-7E6B-578C-7551641CC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solidFill>
              <a:srgbClr val="EE744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200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2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7662A71-C6C7-F18E-8460-AD21A1E7F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  <a:solidFill>
            <a:srgbClr val="EE7444"/>
          </a:solidFill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89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3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C01C20D-9658-FBBB-D652-6B5AF66111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  <a:solidFill>
            <a:srgbClr val="EE7444"/>
          </a:solidFill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227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4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C68F852-D811-5401-844E-A62583240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  <a:solidFill>
            <a:srgbClr val="EE7444"/>
          </a:solidFill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43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1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7DA32ACC-C123-CF54-362B-C8F118A23E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solidFill>
              <a:srgbClr val="EE744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833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2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D8A1764-3BAB-5612-A408-0FF78A766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  <a:solidFill>
            <a:srgbClr val="EE7444"/>
          </a:solidFill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5788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3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D43177-DF0E-8B32-3074-2C9A210F01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  <a:solidFill>
            <a:srgbClr val="EE7444"/>
          </a:solidFill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1995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4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0E30DDA-A026-A98D-5A49-69C65C40CB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  <a:solidFill>
            <a:srgbClr val="EE7444"/>
          </a:solidFill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1824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5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0C0666C-4B25-0E8B-4CCD-08A6BA01A2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  <a:solidFill>
            <a:srgbClr val="EE7444"/>
          </a:solidFill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1431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beveling/introductie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Afbeelding 33">
            <a:extLst>
              <a:ext uri="{FF2B5EF4-FFF2-40B4-BE49-F238E27FC236}">
                <a16:creationId xmlns:a16="http://schemas.microsoft.com/office/drawing/2014/main" id="{D39E4CC9-E635-411F-D94C-2CC2488FD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cxnSp>
        <p:nvCxnSpPr>
          <p:cNvPr id="39" name="Google Shape;1251;p5">
            <a:extLst>
              <a:ext uri="{FF2B5EF4-FFF2-40B4-BE49-F238E27FC236}">
                <a16:creationId xmlns:a16="http://schemas.microsoft.com/office/drawing/2014/main" id="{22BC758E-14F9-9AED-F4CD-7D12FEF901F1}"/>
              </a:ext>
            </a:extLst>
          </p:cNvPr>
          <p:cNvCxnSpPr/>
          <p:nvPr userDrawn="1"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28575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1129;p112">
            <a:extLst>
              <a:ext uri="{FF2B5EF4-FFF2-40B4-BE49-F238E27FC236}">
                <a16:creationId xmlns:a16="http://schemas.microsoft.com/office/drawing/2014/main" id="{D09A1787-F70E-5242-27FB-396FE2EC93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93161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beveling/introductie pagina met 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0198986F-5DD4-F60F-1C84-2E68A2D930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cxnSp>
        <p:nvCxnSpPr>
          <p:cNvPr id="8" name="Google Shape;1251;p5">
            <a:extLst>
              <a:ext uri="{FF2B5EF4-FFF2-40B4-BE49-F238E27FC236}">
                <a16:creationId xmlns:a16="http://schemas.microsoft.com/office/drawing/2014/main" id="{ADF963D8-1525-9761-ACF4-829853519808}"/>
              </a:ext>
            </a:extLst>
          </p:cNvPr>
          <p:cNvCxnSpPr/>
          <p:nvPr userDrawn="1"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28575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129;p112">
            <a:extLst>
              <a:ext uri="{FF2B5EF4-FFF2-40B4-BE49-F238E27FC236}">
                <a16:creationId xmlns:a16="http://schemas.microsoft.com/office/drawing/2014/main" id="{3FE3E466-09D3-191D-EE0B-BC9B83F59B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19" name="Afbeelding 18" descr="Afbeelding met schermopname, duisternis, ruimte, astronomie&#10;&#10;Automatisch gegenereerde beschrijving">
            <a:extLst>
              <a:ext uri="{FF2B5EF4-FFF2-40B4-BE49-F238E27FC236}">
                <a16:creationId xmlns:a16="http://schemas.microsoft.com/office/drawing/2014/main" id="{E6B79FD4-FE99-A00A-085F-08A9FC2562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25" t="-436" r="1" b="24189"/>
          <a:stretch/>
        </p:blipFill>
        <p:spPr>
          <a:xfrm>
            <a:off x="8108107" y="6273213"/>
            <a:ext cx="2691656" cy="13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98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tekst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fbeelding 17">
            <a:extLst>
              <a:ext uri="{FF2B5EF4-FFF2-40B4-BE49-F238E27FC236}">
                <a16:creationId xmlns:a16="http://schemas.microsoft.com/office/drawing/2014/main" id="{D853EDA7-A4E7-D3D5-9D40-5925EE22AF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sp>
        <p:nvSpPr>
          <p:cNvPr id="19" name="Google Shape;1129;p112">
            <a:extLst>
              <a:ext uri="{FF2B5EF4-FFF2-40B4-BE49-F238E27FC236}">
                <a16:creationId xmlns:a16="http://schemas.microsoft.com/office/drawing/2014/main" id="{5C4A530F-7C32-38C6-B473-B3C2B9A176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4898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tekst pagina met 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406C34CC-2EFE-1D8D-CCF1-5F016A4EEC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4687383B-28BE-C3B8-E26E-24A0C2DF90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13" name="Afbeelding 12" descr="Afbeelding met schermopname, duisternis, ruimte, astronomie&#10;&#10;Automatisch gegenereerde beschrijving">
            <a:extLst>
              <a:ext uri="{FF2B5EF4-FFF2-40B4-BE49-F238E27FC236}">
                <a16:creationId xmlns:a16="http://schemas.microsoft.com/office/drawing/2014/main" id="{0C2A3DB9-B355-2044-B703-A90FEBDDAD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25" t="-436" r="1" b="24189"/>
          <a:stretch/>
        </p:blipFill>
        <p:spPr>
          <a:xfrm>
            <a:off x="8108107" y="6273213"/>
            <a:ext cx="2691656" cy="13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10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83;p116">
            <a:extLst>
              <a:ext uri="{FF2B5EF4-FFF2-40B4-BE49-F238E27FC236}">
                <a16:creationId xmlns:a16="http://schemas.microsoft.com/office/drawing/2014/main" id="{5C56D1E3-6C9C-79B4-82D0-6ED6AE038C3C}"/>
              </a:ext>
            </a:extLst>
          </p:cNvPr>
          <p:cNvSpPr/>
          <p:nvPr userDrawn="1"/>
        </p:nvSpPr>
        <p:spPr>
          <a:xfrm>
            <a:off x="-2" y="0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82EB932D-ED20-16C7-191A-FB0C9B9F6B3E}"/>
              </a:ext>
            </a:extLst>
          </p:cNvPr>
          <p:cNvSpPr txBox="1"/>
          <p:nvPr userDrawn="1"/>
        </p:nvSpPr>
        <p:spPr>
          <a:xfrm>
            <a:off x="2549613" y="2042933"/>
            <a:ext cx="5700532" cy="2136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Willemskade 30       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8011 AD, Zwolle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The Netherlands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lang="nl-NL" u="none" strike="noStrike" cap="none" dirty="0">
              <a:solidFill>
                <a:schemeClr val="bg1"/>
              </a:solidFill>
              <a:latin typeface="Avenir Book" panose="02000503020000020003" pitchFamily="2" charset="0"/>
              <a:sym typeface="Avenir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www.alpharainbow.nl</a:t>
            </a:r>
            <a:endParaRPr lang="nl-NL" sz="1400" b="0" i="0" u="none" strike="noStrike" cap="none" dirty="0">
              <a:solidFill>
                <a:schemeClr val="bg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+31 (0)6 51119394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info@alpharainbow.nl</a:t>
            </a:r>
            <a:endParaRPr lang="nl-NL" sz="1400" b="0" i="0" u="none" strike="noStrike" cap="none" dirty="0">
              <a:solidFill>
                <a:schemeClr val="bg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B979B350-BD78-9DEA-8832-FCA2386F2F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358" t="19457"/>
          <a:stretch/>
        </p:blipFill>
        <p:spPr>
          <a:xfrm>
            <a:off x="0" y="0"/>
            <a:ext cx="2153123" cy="1483194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E18D101D-606B-D241-9A79-55336F9106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04"/>
          <a:stretch/>
        </p:blipFill>
        <p:spPr>
          <a:xfrm>
            <a:off x="-122387" y="3658221"/>
            <a:ext cx="3074071" cy="3060700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D0D4DF0F-E2E2-AC16-087D-F02FEB170B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4732" r="16526"/>
          <a:stretch/>
        </p:blipFill>
        <p:spPr>
          <a:xfrm>
            <a:off x="6824312" y="0"/>
            <a:ext cx="3975448" cy="6521353"/>
          </a:xfrm>
          <a:prstGeom prst="rect">
            <a:avLst/>
          </a:prstGeom>
        </p:spPr>
      </p:pic>
      <p:pic>
        <p:nvPicPr>
          <p:cNvPr id="12" name="Afbeelding 11" descr="Afbeelding met wit, zwart, bril, zwart-wit&#10;&#10;Automatisch gegenereerde beschrijving">
            <a:extLst>
              <a:ext uri="{FF2B5EF4-FFF2-40B4-BE49-F238E27FC236}">
                <a16:creationId xmlns:a16="http://schemas.microsoft.com/office/drawing/2014/main" id="{4C418840-77EE-5EDF-E20C-762149B647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0370"/>
          <a:stretch/>
        </p:blipFill>
        <p:spPr>
          <a:xfrm flipH="1">
            <a:off x="-5" y="6197405"/>
            <a:ext cx="10799768" cy="147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40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84005-1036-294C-BEFB-BC4118D190F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CE6ED-1243-9B4D-AE75-3F9D6737CAD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941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2" r:id="rId3"/>
    <p:sldLayoutId id="2147483683" r:id="rId4"/>
    <p:sldLayoutId id="2147483678" r:id="rId5"/>
    <p:sldLayoutId id="2147483684" r:id="rId6"/>
    <p:sldLayoutId id="2147483685" r:id="rId7"/>
    <p:sldLayoutId id="2147483686" r:id="rId8"/>
    <p:sldLayoutId id="2147483673" r:id="rId9"/>
    <p:sldLayoutId id="2147483687" r:id="rId10"/>
    <p:sldLayoutId id="2147483688" r:id="rId11"/>
    <p:sldLayoutId id="2147483689" r:id="rId12"/>
    <p:sldLayoutId id="2147483690" r:id="rId13"/>
    <p:sldLayoutId id="2147483665" r:id="rId14"/>
    <p:sldLayoutId id="2147483672" r:id="rId15"/>
    <p:sldLayoutId id="2147483666" r:id="rId16"/>
    <p:sldLayoutId id="2147483667" r:id="rId17"/>
    <p:sldLayoutId id="2147483671" r:id="rId18"/>
  </p:sldLayoutIdLst>
  <p:txStyles>
    <p:titleStyle>
      <a:lvl1pPr algn="l" defTabSz="1022391" rtl="0" eaLnBrk="1" latinLnBrk="0" hangingPunct="1">
        <a:lnSpc>
          <a:spcPct val="90000"/>
        </a:lnSpc>
        <a:spcBef>
          <a:spcPct val="0"/>
        </a:spcBef>
        <a:buNone/>
        <a:defRPr sz="4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5598" indent="-255598" algn="l" defTabSz="1022391" rtl="0" eaLnBrk="1" latinLnBrk="0" hangingPunct="1">
        <a:lnSpc>
          <a:spcPct val="90000"/>
        </a:lnSpc>
        <a:spcBef>
          <a:spcPts val="1118"/>
        </a:spcBef>
        <a:buFont typeface="Arial" panose="020B0604020202020204" pitchFamily="34" charset="0"/>
        <a:buChar char="•"/>
        <a:defRPr sz="3131" kern="1200">
          <a:solidFill>
            <a:schemeClr val="tx1"/>
          </a:solidFill>
          <a:latin typeface="+mn-lt"/>
          <a:ea typeface="+mn-ea"/>
          <a:cs typeface="+mn-cs"/>
        </a:defRPr>
      </a:lvl1pPr>
      <a:lvl2pPr marL="766793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683" kern="1200">
          <a:solidFill>
            <a:schemeClr val="tx1"/>
          </a:solidFill>
          <a:latin typeface="+mn-lt"/>
          <a:ea typeface="+mn-ea"/>
          <a:cs typeface="+mn-cs"/>
        </a:defRPr>
      </a:lvl2pPr>
      <a:lvl3pPr marL="1277988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236" kern="1200">
          <a:solidFill>
            <a:schemeClr val="tx1"/>
          </a:solidFill>
          <a:latin typeface="+mn-lt"/>
          <a:ea typeface="+mn-ea"/>
          <a:cs typeface="+mn-cs"/>
        </a:defRPr>
      </a:lvl3pPr>
      <a:lvl4pPr marL="1789184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300379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811574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322770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833965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345160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1pPr>
      <a:lvl2pPr marL="511195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2pPr>
      <a:lvl3pPr marL="102239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3pPr>
      <a:lvl4pPr marL="1533586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04478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55597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067172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57836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089563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0000_slide1.xml.rels>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0001_slide1.xml.rels><ns0:Relationships xmlns:ns0="http://schemas.openxmlformats.org/package/2006/relationships"><ns0:Relationship Id="rId3" Type="http://schemas.openxmlformats.org/officeDocument/2006/relationships/image" Target="../media/image14.emf" /><ns0:Relationship Id="rId2" Type="http://schemas.openxmlformats.org/officeDocument/2006/relationships/notesSlide" Target="../notesSlides/notesSlide1.xml" /><ns0:Relationship Id="rId1" Type="http://schemas.openxmlformats.org/officeDocument/2006/relationships/slideLayout" Target="../slideLayouts/slideLayout2.xml" /></ns0:Relationships>
</file>

<file path=ppt/slides/_rels/sl0002_slide1.xml.rels><ns0:Relationships xmlns:ns0="http://schemas.openxmlformats.org/package/2006/relationships"><ns0:Relationship Id="rId1" Type="http://schemas.openxmlformats.org/officeDocument/2006/relationships/slideLayout" Target="../slideLayouts/slideLayout18.xml" /></ns0:Relationships>
</file>

<file path=ppt/slides/sl0000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28;p4">
            <a:extLst>
              <a:ext uri="{FF2B5EF4-FFF2-40B4-BE49-F238E27FC236}">
                <a16:creationId xmlns:a16="http://schemas.microsoft.com/office/drawing/2014/main" id="{78DD2DF1-13E5-1BE2-5B99-B2CF3002122D}"/>
              </a:ext>
            </a:extLst>
          </p:cNvPr>
          <p:cNvSpPr txBox="1">
            <a:spLocks/>
          </p:cNvSpPr>
          <p:nvPr/>
        </p:nvSpPr>
        <p:spPr>
          <a:xfrm>
            <a:off x="407160" y="1863598"/>
            <a:ext cx="8212584" cy="83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algn="l" defTabSz="102239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2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2"/>
              </a:buClr>
              <a:buSzPts val="2400"/>
              <a:buFont typeface="Avenir"/>
              <a:buNone/>
            </a:pPr>
            <a:r>
              <a:rPr lang="nl-NL" sz="3200" dirty="0" err="1">
                <a:latin typeface="Avenir Black" panose="02000503020000020003" pitchFamily="2" charset="0"/>
              </a:rPr>
              <a:t>PHtitle</a:t>
            </a:r>
            <a:endParaRPr lang="nl-NL" sz="3200" dirty="0">
              <a:latin typeface="Avenir Black" panose="02000503020000020003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lt2"/>
              </a:buClr>
              <a:buSzPts val="2400"/>
              <a:buFont typeface="Avenir"/>
              <a:buNone/>
            </a:pPr>
            <a:r>
              <a:rPr lang="nl-NL" sz="3200" dirty="0" err="1">
                <a:latin typeface="Avenir Black" panose="02000503020000020003" pitchFamily="2" charset="0"/>
              </a:rPr>
              <a:t>PHtitlesecondline</a:t>
            </a:r>
            <a:br>
              <a:rPr lang="nl-NL" sz="3200" dirty="0"/>
            </a:br>
            <a:r>
              <a:rPr lang="nl-NL" sz="2200" dirty="0" err="1">
                <a:solidFill>
                  <a:schemeClr val="lt1"/>
                </a:solidFill>
                <a:latin typeface="Avenir Medium" panose="02000503020000020003" pitchFamily="2" charset="0"/>
                <a:sym typeface="Avenir"/>
              </a:rPr>
              <a:t>PHtitleofthepager</a:t>
            </a:r>
            <a:br>
              <a:rPr lang="nl-NL" sz="2200" dirty="0">
                <a:solidFill>
                  <a:schemeClr val="lt1"/>
                </a:solidFill>
                <a:latin typeface="Avenir Medium" panose="02000503020000020003" pitchFamily="2" charset="0"/>
                <a:sym typeface="Avenir"/>
              </a:rPr>
            </a:br>
            <a:r>
              <a:rPr lang="nl-NL" sz="1600" dirty="0" err="1">
                <a:solidFill>
                  <a:schemeClr val="lt1"/>
                </a:solidFill>
                <a:latin typeface="Avenir Book" panose="02000503020000020003" pitchFamily="2" charset="0"/>
                <a:sym typeface="Avenir"/>
              </a:rPr>
              <a:t>PHwaveperiod</a:t>
            </a:r>
            <a:endParaRPr lang="nl-NL" sz="3200" dirty="0">
              <a:solidFill>
                <a:schemeClr val="lt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606275"/>
      </p:ext>
    </p:extLst>
  </p:cSld>
  <p:clrMapOvr>
    <a:masterClrMapping/>
  </p:clrMapOvr>
</p:sld>
</file>

<file path=ppt/slides/sl000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3"/>
          <p:cNvSpPr txBox="1">
            <a:spLocks noGrp="1"/>
          </p:cNvSpPr>
          <p:nvPr>
            <p:ph type="body" idx="1"/>
          </p:nvPr>
        </p:nvSpPr>
        <p:spPr>
          <a:xfrm>
            <a:off x="658757" y="1388252"/>
            <a:ext cx="9282589" cy="517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/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PHsentenceone</a:t>
            </a:r>
          </a:p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PHsentencetwo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PHsentencethree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&lt;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Comment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about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the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analysis of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Motivation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&gt;</a:t>
            </a:r>
          </a:p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PHsentencefour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PHsentencefive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: </a:t>
            </a:r>
          </a:p>
          <a:p>
            <a:pPr marL="757328" lvl="1" indent="-311525">
              <a:lnSpc>
                <a:spcPct val="100000"/>
              </a:lnSpc>
              <a:spcBef>
                <a:spcPts val="0"/>
              </a:spcBef>
              <a:buClr>
                <a:srgbClr val="3F5573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driverone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757328" lvl="1" indent="-311525">
              <a:lnSpc>
                <a:spcPct val="100000"/>
              </a:lnSpc>
              <a:spcBef>
                <a:spcPts val="0"/>
              </a:spcBef>
              <a:buClr>
                <a:srgbClr val="3F5573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drivertwo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</a:p>
          <a:p>
            <a:pPr marL="757328" lvl="1" indent="-311525">
              <a:lnSpc>
                <a:spcPct val="100000"/>
              </a:lnSpc>
              <a:spcBef>
                <a:spcPts val="0"/>
              </a:spcBef>
              <a:buClr>
                <a:srgbClr val="3F5573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driverthree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757328" lvl="1" indent="-311525">
              <a:lnSpc>
                <a:spcPct val="100000"/>
              </a:lnSpc>
              <a:spcBef>
                <a:spcPts val="0"/>
              </a:spcBef>
              <a:buClr>
                <a:srgbClr val="3F5573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driverfour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757328" lvl="1" indent="-311525">
              <a:lnSpc>
                <a:spcPct val="100000"/>
              </a:lnSpc>
              <a:spcBef>
                <a:spcPts val="0"/>
              </a:spcBef>
              <a:buClr>
                <a:srgbClr val="3F5573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driverfive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&lt;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Comment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about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the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analysis of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One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thing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to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change&gt;</a:t>
            </a:r>
          </a:p>
        </p:txBody>
      </p:sp>
      <p:sp>
        <p:nvSpPr>
          <p:cNvPr id="1283" name="Google Shape;1283;p13"/>
          <p:cNvSpPr txBox="1">
            <a:spLocks noGrp="1"/>
          </p:cNvSpPr>
          <p:nvPr>
            <p:ph type="sldNum" idx="12"/>
          </p:nvPr>
        </p:nvSpPr>
        <p:spPr>
          <a:xfrm>
            <a:off x="7628400" y="7106400"/>
            <a:ext cx="2369460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pPr defTabSz="996879">
              <a:defRPr/>
            </a:pPr>
            <a:fld id="{00000000-1234-1234-1234-123412341234}" type="slidenum">
              <a:rPr lang="nl-NL" sz="1200">
                <a:solidFill>
                  <a:srgbClr val="42475B"/>
                </a:solidFill>
                <a:latin typeface="Avenir Book" panose="02000503020000020003" pitchFamily="2" charset="0"/>
              </a:rPr>
              <a:pPr defTabSz="996879">
                <a:defRPr/>
              </a:pPr>
              <a:t>0</a:t>
            </a:fld>
            <a:endParaRPr sz="1200" dirty="0">
              <a:solidFill>
                <a:srgbClr val="42475B"/>
              </a:solidFill>
              <a:latin typeface="Avenir Book" panose="02000503020000020003" pitchFamily="2" charset="0"/>
            </a:endParaRPr>
          </a:p>
        </p:txBody>
      </p:sp>
      <p:sp>
        <p:nvSpPr>
          <p:cNvPr id="1287" name="Google Shape;1287;p13"/>
          <p:cNvSpPr txBox="1">
            <a:spLocks noGrp="1"/>
          </p:cNvSpPr>
          <p:nvPr>
            <p:ph type="body" idx="3"/>
          </p:nvPr>
        </p:nvSpPr>
        <p:spPr>
          <a:xfrm>
            <a:off x="658758" y="799118"/>
            <a:ext cx="6804683" cy="37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nl-NL" sz="1800" dirty="0" err="1">
                <a:solidFill>
                  <a:srgbClr val="3F5573"/>
                </a:solidFill>
                <a:latin typeface="Avenir Book" panose="02000503020000020003" pitchFamily="2" charset="0"/>
              </a:rPr>
              <a:t>PHtitle</a:t>
            </a:r>
            <a:endParaRPr lang="nl-NL" sz="1951" dirty="0">
              <a:solidFill>
                <a:srgbClr val="3F5573"/>
              </a:solidFill>
              <a:latin typeface="Avenir Book" panose="02000503020000020003" pitchFamily="2" charset="0"/>
            </a:endParaRPr>
          </a:p>
        </p:txBody>
      </p:sp>
      <p:cxnSp>
        <p:nvCxnSpPr>
          <p:cNvPr id="2" name="Google Shape;1280;p3">
            <a:extLst>
              <a:ext uri="{FF2B5EF4-FFF2-40B4-BE49-F238E27FC236}">
                <a16:creationId xmlns:a16="http://schemas.microsoft.com/office/drawing/2014/main" id="{5642BA55-FF69-D74A-3E66-F904D979689E}"/>
              </a:ext>
            </a:extLst>
          </p:cNvPr>
          <p:cNvCxnSpPr/>
          <p:nvPr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19050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Afbeelding 2">
            <a:extLst>
              <a:ext uri="{FF2B5EF4-FFF2-40B4-BE49-F238E27FC236}">
                <a16:creationId xmlns:a16="http://schemas.microsoft.com/office/drawing/2014/main" id="{231F773B-85CE-4AEB-2E0D-27665E944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809"/>
      </p:ext>
    </p:extLst>
  </p:cSld>
  <p:clrMapOvr>
    <a:masterClrMapping/>
  </p:clrMapOvr>
</p:sld>
</file>

<file path=ppt/slides/sl000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99923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th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440</TotalTime>
  <Words>6</Words>
  <Application>Microsoft Office PowerPoint</Application>
  <PresentationFormat>Aangepast</PresentationFormat>
  <Paragraphs>2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Avenir</vt:lpstr>
      <vt:lpstr>Avenir Black</vt:lpstr>
      <vt:lpstr>Avenir Book</vt:lpstr>
      <vt:lpstr>Avenir Medium</vt:lpstr>
      <vt:lpstr>Calibri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Jari Venekamp (student)</dc:creator>
  <cp:lastModifiedBy>Marco Strijker</cp:lastModifiedBy>
  <cp:revision>8</cp:revision>
  <dcterms:created xsi:type="dcterms:W3CDTF">2024-07-09T07:58:04Z</dcterms:created>
  <dcterms:modified xsi:type="dcterms:W3CDTF">2025-11-05T11:01:25Z</dcterms:modified>
</cp:coreProperties>
</file>