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50337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PowerPoint-generatie via de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7772400" cy="14173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20040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FastAPI-microservice die gecombineerde PowerPoint-bestanden genereert op basis van geselecteerde dia-sjablonen. Herhaalde verzoeken worden direct beantwoord dankzij slimme caching.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Pipeline Overzicht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Inhoudsopgave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95528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69848"/>
            <a:ext cx="41148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033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Opstarten &amp; Validatie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invoer- en naamvalidatie, SHA-256 hashing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1097280"/>
            <a:ext cx="10972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– 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46504"/>
            <a:ext cx="795528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746504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56232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8196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Beslissing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0939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cachecontrole, cache hit, cache miss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883664"/>
            <a:ext cx="10972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8836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7 – 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32888"/>
            <a:ext cx="795528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32888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642616"/>
            <a:ext cx="41148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Generatie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2880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API-initialisatie, parallel uploaden, cloud merge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2670048"/>
            <a:ext cx="10972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10 –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19272"/>
            <a:ext cx="795528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319272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429000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33924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 &amp; Afronding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366674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hashing, DB update, bestandstoegang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3456432"/>
            <a:ext cx="10972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13 – 17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105656"/>
            <a:ext cx="7955280" cy="658368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105656"/>
            <a:ext cx="73152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215384"/>
            <a:ext cx="41148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4178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51560" y="44531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de volledige pipeline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0" y="4242816"/>
            <a:ext cx="10972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4242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Opstarten van de applicatie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met MongoDB Atlas wordt als eerste opgezet bij het starten.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verbinding is noodzakelijk voor alle cache- en statusbeheerbewerkingen.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het afsluiten van de applicatie wordt de verbinding veilig beëindigd.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connectie initialiseren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200400"/>
            <a:ext cx="73152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Shutdown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veilig beëindigen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Ontvangst van verzoeken &amp; invoervalidatie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stuurt dianamen naar endpoint:  POST /generate-skeleton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Pydantic-model valideert de lijst met dianamen.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lege lijst of ongeldige waarden: HTTP 422 afwijzing.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1012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/generate-skeleton
</a:t>
            </a:r>
            <a:pPr indent="0" marL="0">
              <a:buNone/>
            </a:pPr>
            <a:r>
              <a:rPr lang="en-US" sz="1200" i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"slide_names": ["intro", "agenda", "content"] 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van dianamen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dianaam wordt gecontroleerd op een bestaand sjabloonbestand.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lijst mag niet leeg zijn; elk element moet een niet-lege string zijn.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onjuiste invoer: InvalidLayoutError gegenereerd.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31920" cy="15087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73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Geldige invoer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62102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"intro"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"agenda"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3931920" cy="1508760"/>
          </a:xfrm>
          <a:prstGeom prst="rect">
            <a:avLst/>
          </a:prstGeom>
          <a:solidFill>
            <a:srgbClr val="0A3A5C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200400"/>
            <a:ext cx="73152" cy="150876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73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Ongeldige invoer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62102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(lege lijst)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 (lege string)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null-waarden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Sjabloon-hashing (SHA-256)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.pptx-sjabloonbestand in storage/templates/ wordt ingelezen.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basis van de binaire inhoud wordt een SHA-256-hash berekend.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hash dient als "inhoudsvingerafdruk" bij de cachecontrole.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228600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46120"/>
            <a:ext cx="2286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template.pptx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inhoud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7033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383280" y="3246120"/>
            <a:ext cx="228600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3246120"/>
            <a:ext cx="2286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Hash-berekening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37033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400800" y="3246120"/>
            <a:ext cx="228600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246120"/>
            <a:ext cx="2286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a3f8b2c1...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Cache-sleutel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Cachecontrole &amp; verwerkingsverzoek (MongoDB)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wordt doorzocht op record met ingediende diaslijst en hashwaarden.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hit:  status "completed" → bestand al gegenereerd, direct teruggeven.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miss: atomisch nieuw record met status "processing" aanmaken.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Cache Hit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"completed" record gevonden → sla generatie 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20040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Cache Miss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"processing" record aanmaken → start generatie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— Directe reactie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Overeenkomend voltooid record gevonden in de database.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generatiestappen worden volledig overgeslagen.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API wordt niet opnieuw aangeroepen; {"cached": true} teruggeven.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3200400"/>
            <a:ext cx="54864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57400" y="331012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"cached"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— PPTX-generatie begint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record in cache → generatieproces start.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Slechts één dia aangevraagd? Sjabloonbestand direct kopiëren, GroupDocs niet nodig.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dia's? Cloudgebaseerd samenvoegproces via GroupDocs.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aangevraagd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Sjabloon direct kopiëren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Geen API-aanroep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200400"/>
            <a:ext cx="73152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dia's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Samenvoegen in de cloud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Initialisatie van de GroupDocs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GROUPDOCS_CLIENT_ID en GROUPDOCS_CLIENT_SECRET worden uitgelezen.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FileApi- en DocumentApi-clients worden aangemaakt met deze credentials.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ontbrekende credentials: MissingEnvironmentVariableError.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1012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</a:t>
            </a:r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os.getenv('GROUPDOCS_CLIENT_ID')
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CLIENT_SECRET</a:t>
            </a:r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os.getenv('GROUPDOCS_CLIENT_SECRET')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file_api = FileApi(config)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doc_api  = DocumentApi(config)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uploaden van sjablonen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.pptx-sjablonen worden parallel geüpload via ThreadPoolExecutor (20 threads).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Willekeurige wachttijd van 0–3 seconden per upload om API-throttling te voorkomen.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mislukte upload wordt het gehele proces stopgezet.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794760"/>
            <a:ext cx="10972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78608" y="4114800"/>
            <a:ext cx="109728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78608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59936" y="3611880"/>
            <a:ext cx="10972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59936" y="3657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41264" y="425196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41264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22592" y="3886200"/>
            <a:ext cx="10972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22592" y="3931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709160"/>
            <a:ext cx="7315200" cy="36576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 (Merge)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upload: samenvoegbewerking aan de serverzijde via DocumentApi.join().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wordt opgeslagen op uitvoerpad in GroupDocs Cloud.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Time-out van 600 seconden ingesteld voor de bewerking.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9144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832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3383280"/>
            <a:ext cx="9144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3832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383280"/>
            <a:ext cx="9144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0" y="33832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566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572000" y="3246120"/>
            <a:ext cx="1828800" cy="12344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2461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GroupDocs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Merge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132320" y="3383280"/>
            <a:ext cx="164592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Downloaden van het samengevoegde bestand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Gecombineerd .pptx-bestand gedownload met FileApi.download_file().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opgeslagen op tijdelijke locatie:  generated/{uuid}.pptx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 downloaden → PptxMergeError gegenereerd.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1012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FileApi.download_file(output_path)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save_to(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f"generated/{uuid}.pptx"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PptxMergeError bij mislukking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van het samengevoegde bestand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inhoud van het gecombineerde PPTX-bestand ingelezen.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SHA-256-hash berekend → skeleton_hash.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Skeleton_hash dient als cache-sleutel én als bestandsnaam.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1012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      = open(tmp_path, 'rb').read()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 =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sha256(content).hexdigest()
</a:t>
            </a:r>
            <a:pPr indent="0" marL="0">
              <a:buNone/>
            </a:pPr>
            <a:r>
              <a:rPr lang="en-US" sz="120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Gebruikt als cache-sleutel en bestandsnaam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Verplaatsen naar permanente locatie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bestand: generated/{uuid}.pptx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locatie: generated/{skeleton_hash}.pptx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bestandsinhoud → altijd dezelfde bestandsnaam.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320040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918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{uuid}.pptx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657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 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577840" y="3291840"/>
            <a:ext cx="320040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2918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{skeleton_hash}.pptx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Bijwerken van de databaserecord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MongoDB-record met status "processing" wordt bijgewerkt naar "completed".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toegevoegd: skeleton_hash en file_path.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dient voortaan als cache hit voor volgende identieke verzoeken.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1012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$set: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   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permanent_path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Teruggeven van het antwoord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Voltooide record opgehaald en omgezet naar JSON-compatibel formaat.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teruggegeven als {"cached": false, "data": {...}}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Bevat: skeleton_hash, file_path, diaslijst en aanmaaktijdstip.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00400"/>
            <a:ext cx="64008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3310128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"cached"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"skeleton_hash"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"file_path"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256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Toegang tot het PPTX-bestand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via endpoint:  GET /skeletons/{skeleton_hash}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niet gevonden → HTTP 404.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gevonden → aangeboden met PPTX MIME-type.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31012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/skeletons/{skeleton_hash}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application/vnd...presentationml.presentation
</a:t>
            </a:r>
            <a:pPr indent="0" marL="0">
              <a:buNone/>
            </a:pPr>
            <a:r>
              <a:rPr lang="en-US" sz="1200" b="1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Bestand niet gevonden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— Pipeline Overzicht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32688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51560"/>
            <a:ext cx="402336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02412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Ontvangst &amp; validatie van verzoek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856232"/>
            <a:ext cx="402336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5623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82880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van sjablonen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42032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660904"/>
            <a:ext cx="402336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6090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263347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cachecontrole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46704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465576"/>
            <a:ext cx="402336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6557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343814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directe reactie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51376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270248"/>
            <a:ext cx="402336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702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424281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→ GroupDocs upload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932688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932688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0328" y="1051560"/>
            <a:ext cx="402336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10515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22392" y="102412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00600" y="1737360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737360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0328" y="1856232"/>
            <a:ext cx="402336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185623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22392" y="182880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downloaden + hashing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2542032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542032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0328" y="2660904"/>
            <a:ext cx="402336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266090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22392" y="263347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bijwerken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00600" y="3346704"/>
            <a:ext cx="4023360" cy="67665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346704"/>
            <a:ext cx="73152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0328" y="3465576"/>
            <a:ext cx="402336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346557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22392" y="343814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teruggeven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Succes met uw presentatie!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28016" cy="4814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— Pipeline presentatie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2560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25603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74320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statusbeheer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5603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743200"/>
            <a:ext cx="2560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PPTX merge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Service</dc:title>
  <dc:subject>PptxGenJS Presentation</dc:subject>
  <dc:creator>PptxGenJS</dc:creator>
  <cp:lastModifiedBy>PptxGenJS</cp:lastModifiedBy>
  <cp:revision>1</cp:revision>
  <dcterms:created xsi:type="dcterms:W3CDTF">2026-03-11T10:00:16Z</dcterms:created>
  <dcterms:modified xsi:type="dcterms:W3CDTF">2026-03-11T10:00:16Z</dcterms:modified>
</cp:coreProperties>
</file>