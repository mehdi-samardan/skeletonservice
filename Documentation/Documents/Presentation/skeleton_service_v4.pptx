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8016"/>
            <a:ext cx="128016" cy="48874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PowerPoint-generatie via een slimme cloudpipeline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7772400" cy="155448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9443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Gepresenteerd door: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29443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 Samardan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3741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337413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maart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80390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Organisatie: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380390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AlphaRainbow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Inhoudsopgave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87552"/>
            <a:ext cx="8229600" cy="493776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87552"/>
            <a:ext cx="73152" cy="4937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051560"/>
            <a:ext cx="384048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0515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1042416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Projectoverzicht &amp; Doelstelling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52360" y="1060704"/>
            <a:ext cx="1005840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52360" y="10607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3 – 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563624"/>
            <a:ext cx="8229600" cy="493776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563624"/>
            <a:ext cx="73152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1627632"/>
            <a:ext cx="384048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162763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87552" y="161848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Systeemarchitectuur &amp; Techstack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52360" y="1636776"/>
            <a:ext cx="10058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16367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5 – 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139696"/>
            <a:ext cx="8229600" cy="493776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139696"/>
            <a:ext cx="73152" cy="4937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2203704"/>
            <a:ext cx="384048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2037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87552" y="219456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— Stap voor Stap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52360" y="2212848"/>
            <a:ext cx="1005840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2360" y="22128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8 – 22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715768"/>
            <a:ext cx="8229600" cy="493776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2715768"/>
            <a:ext cx="73152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" y="2779776"/>
            <a:ext cx="384048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277977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87552" y="277063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Foutafhandeling &amp; Uitzonderingen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452360" y="2788920"/>
            <a:ext cx="10058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52360" y="27889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23 – 24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291840"/>
            <a:ext cx="8229600" cy="493776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3291840"/>
            <a:ext cx="73152" cy="4937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" y="3355848"/>
            <a:ext cx="384048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335584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87552" y="3346704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API-endpoints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452360" y="3364992"/>
            <a:ext cx="1005840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52360" y="33649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25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3867912"/>
            <a:ext cx="8229600" cy="493776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65760" y="3867912"/>
            <a:ext cx="73152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" y="3931920"/>
            <a:ext cx="384048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" y="393192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87552" y="3922776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Prestatiewinst door Caching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452360" y="3941064"/>
            <a:ext cx="10058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52360" y="394106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26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4443984"/>
            <a:ext cx="8229600" cy="493776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65760" y="4443984"/>
            <a:ext cx="73152" cy="4937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4507992"/>
            <a:ext cx="384048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" y="450799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87552" y="449884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Conclusie &amp; Afsluiting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7452360" y="4517136"/>
            <a:ext cx="1005840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52360" y="45171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27 – 28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Projectoverzicht — Wat is Skeleton Service?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8412480" cy="86868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5156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FastAPI-microservice die op verzoek samengevoegde PowerPoint-presentaties genereert vanuit individuele dia-sjablonen.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216712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57400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Herbruikbare presentatiegenerator voor externe applicaties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282549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71576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Ondersteunt meerdere taalvarianten in sjabloonmetadata (NL / EN)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348386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7413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 stateless HTTP-service met cloudintegratie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" y="414223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032504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Gebouwd met schaalbaarheid en herbruikbaarheid als kernprincipes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Doelstelling — Waarom is dit project gebouwd?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handmatig samenstellen van PowerPoint-presentaties kost veel tijd en is foutgevoelig. Skeleton Service lost dit op door: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3977640" cy="1170432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74520"/>
            <a:ext cx="397764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011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" y="238658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Sjablonen automatisch selecteren en samenvoegen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874520"/>
            <a:ext cx="3977640" cy="1170432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874520"/>
            <a:ext cx="39776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2011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73752" y="238658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Identieke verzoeken direct beantwoorden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264408"/>
            <a:ext cx="3977640" cy="1170432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64408"/>
            <a:ext cx="397764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401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Besparen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" y="377647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Cloudkosten vermijden via slimme cachelogica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264408"/>
            <a:ext cx="3977640" cy="1170432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264408"/>
            <a:ext cx="39776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3401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Consistentie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73752" y="377647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Uniforme presentatiestructuur voor alle gebruikers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Systeemarchitectuur — Hoe is het systeem opgebouwd?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024128"/>
            <a:ext cx="6400800" cy="548640"/>
          </a:xfrm>
          <a:prstGeom prst="rect">
            <a:avLst/>
          </a:prstGeom>
          <a:solidFill>
            <a:srgbClr val="0A3A5C"/>
          </a:solidFill>
          <a:ln w="12700">
            <a:solidFill>
              <a:srgbClr val="6B9A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0" y="1024128"/>
            <a:ext cx="91440" cy="548640"/>
          </a:xfrm>
          <a:prstGeom prst="rect">
            <a:avLst/>
          </a:prstGeom>
          <a:solidFill>
            <a:srgbClr val="6B9AB8"/>
          </a:solidFill>
          <a:ln w="12700">
            <a:solidFill>
              <a:srgbClr val="6B9A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1024128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HTTP-verzoek (Client)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0" y="157276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1737360"/>
            <a:ext cx="6400800" cy="548640"/>
          </a:xfrm>
          <a:prstGeom prst="rect">
            <a:avLst/>
          </a:prstGeom>
          <a:solidFill>
            <a:srgbClr val="0A3A5C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71600" y="1737360"/>
            <a:ext cx="914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173736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API-laag  (routes.py)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14800" y="228600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71600" y="2450592"/>
            <a:ext cx="6400800" cy="54864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0" y="2450592"/>
            <a:ext cx="914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2450592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Servicelaag  (skeleton_service / ppt_service / hash_service)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14800" y="29992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71600" y="3163824"/>
            <a:ext cx="6400800" cy="548640"/>
          </a:xfrm>
          <a:prstGeom prst="rect">
            <a:avLst/>
          </a:prstGeom>
          <a:solidFill>
            <a:srgbClr val="0A3A5C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371600" y="3163824"/>
            <a:ext cx="914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54480" y="3163824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Repository-laag  (skeleton_repository.py)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114800" y="371246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371600" y="3877056"/>
            <a:ext cx="6400800" cy="54864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371600" y="3877056"/>
            <a:ext cx="9144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54480" y="3877056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 +  GroupDocs Cloud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65760" y="468172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laag heeft één verantwoordelijkheid en communiceert alleen met de laag direct boven of onder zich.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Technologiestack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560320"/>
                <a:gridCol w="3657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Webframework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API &amp; routing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Uvicorn (ASGI)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Asynchrone server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Atlas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&amp; statusbeheer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Merge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GroupDocs Merger Cloud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PPTX samenvoegen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SHA-256 (hashlib)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Inhoudsvingerafdruk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Pydantic v2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Invoervalidatie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Pakketbeheer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Afhankelijkheden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3.12+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Volledige implementatie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Opslagstructuur — Hoe zijn bestanden georganiseerd?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8412480" cy="3657600"/>
          </a:xfrm>
          <a:prstGeom prst="rect">
            <a:avLst/>
          </a:prstGeom>
          <a:solidFill>
            <a:srgbClr val="02182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33856"/>
            <a:ext cx="804672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layouts/</a:t>
            </a:r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saved/</a:t>
            </a:r>
            <a:pPr indent="0" marL="0">
              <a:buNone/>
            </a:pPr>
            <a:r>
              <a:rPr lang="en-US" sz="1150" i="1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← Voorgedefinieerde dialijsten (YAML)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Full report.yaml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One pager.yaml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PPG report.yaml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templates/</a:t>
            </a:r>
            <a:pPr indent="0" marL="0">
              <a:buNone/>
            </a:pPr>
            <a:r>
              <a:rPr lang="en-US" sz="1150" i="1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← Individuele dia-sjablonen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*.pptx</a:t>
            </a:r>
            <a:pPr indent="0" marL="0">
              <a:buNone/>
            </a:pPr>
            <a:r>
              <a:rPr lang="en-US" sz="1150" i="1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← PowerPoint-bestand (één dia)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*.yaml</a:t>
            </a:r>
            <a:pPr indent="0" marL="0">
              <a:buNone/>
            </a:pPr>
            <a:r>
              <a:rPr lang="en-US" sz="1150" i="1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← Metadata &amp; tekstvelden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PPG/  ├── APE/  └── KMDA/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{skeleton_hash}.pptx</a:t>
            </a:r>
            <a:pPr indent="0" marL="0">
              <a:buNone/>
            </a:pPr>
            <a:r>
              <a:rPr lang="en-US" sz="1150" i="1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Gegenereerde bestanden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Opstarten van de Service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338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241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Levenscyclusbeheerder (lifespan) wordt geactiveerd bij het opstarten.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7472" y="170078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59105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Verbinding met MongoDB Atlas via de MONGO_URI omgevingsvariabele.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7472" y="226771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157984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Verbinding opgeslagen als singleton in het geheugen.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7472" y="283464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72491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service is bereikbaar op  http://localhost:8000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47472" y="340156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91840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afsluiten: databaseverbinding automatisch en veilig beëindigd.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Verzoek Ontvangen — Client stuurt HTTP POST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338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241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Gebruiker stuurt een HTTP POST-verzoek naar:  POST /generate-skeleton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8196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7099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Pydantic-model GenerateSkeletonRequest valideert het verzoek direct.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25054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3957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 lijst of ontbrekend veld → HTTP 400 foutmelding.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1783080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3054096"/>
            <a:ext cx="7863840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/generate-skeleton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"slides": [</a:t>
            </a:r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"Front slide"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"PPG/NPS motivation"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"Summary"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Validatie van Dianamen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338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241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invoer is een lijst (geen enkel getal of string).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70078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59105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lijst bevat minimaal één element.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226771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157984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element is een niet-lege string zonder witruimte.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" y="283464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72491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Mislukte controle → InvalidLayoutError → HTTP 400 foutmelding.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401568"/>
            <a:ext cx="3931920" cy="128016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401568"/>
            <a:ext cx="73152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493008"/>
            <a:ext cx="3675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Geldige invoer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" y="3858768"/>
            <a:ext cx="36758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"Front slide"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"Summary"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"PPG/NPS motivation"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3401568"/>
            <a:ext cx="3931920" cy="1280160"/>
          </a:xfrm>
          <a:prstGeom prst="rect">
            <a:avLst/>
          </a:prstGeom>
          <a:solidFill>
            <a:srgbClr val="0A3A5C"/>
          </a:solidFill>
          <a:ln w="12700">
            <a:solidFill>
              <a:srgbClr val="E55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3401568"/>
            <a:ext cx="73152" cy="1280160"/>
          </a:xfrm>
          <a:prstGeom prst="rect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3493008"/>
            <a:ext cx="3675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5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Ongeldige invoer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65192" y="3858768"/>
            <a:ext cx="36758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[]  (lege lijst)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""  (lege string)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/ getal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Hashing per Dia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338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241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.pptx-sjabloonbestand geopend vanuit storage/templates/.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8196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7099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binaire inhoud ingelezen → SHA-256-hash berekend.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25054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3957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 bestaat niet → TemplateNotFoundError gegenereerd.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8229600" cy="1554480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3282696"/>
            <a:ext cx="78638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"Front slide"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"a1b2c3d4e5f6..."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"Summary"    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"9f8e7d6c5b4a..."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Cachecontrole in MongoDB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338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241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doorzocht op record met exact dezelfde diaslijst én hashwaarden.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28800"/>
          <a:ext cx="841248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3657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gevonden,  status: "completed"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hit → direct antwoord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Geen record gevonden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Nieuw record,  status: "processing"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gevonden,  status: "processing"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 verzoek → uitzondering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— Direct antwoord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338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241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Voltooid record gevonden → alle generatiestappen volledig overgeslagen.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8196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7099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Aanzienlijke tijds- en kostenbesparing bij herhaalde verzoeken.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2487168"/>
            <a:ext cx="6949440" cy="2240280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298448" y="2615184"/>
            <a:ext cx="6583680" cy="198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"cached": </a:t>
            </a:r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"skeleton_hash": </a:t>
            </a:r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"abc123..."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"file_path": </a:t>
            </a:r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"generated/abc123....pptx"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"status": </a:t>
            </a:r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"completed"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Miss — Speciaal geval: één dia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338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241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Gebruiker heeft slechts één dianaam opgegeven → samenvoegen niet nodig.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8196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7099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Sjabloonbestand rechtstreeks gekopieerd naar generated/ zonder GroupDocs.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25054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3957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Bespaart tijd, cloudkosten en vermijdt onnodige netwerkverzoeken.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3931920" cy="137160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08960"/>
            <a:ext cx="73152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200400"/>
            <a:ext cx="3675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dia aangevraagd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3566160"/>
            <a:ext cx="36758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kopiëren naar generated/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Geen API-aanroep nodig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3108960"/>
            <a:ext cx="3931920" cy="137160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108960"/>
            <a:ext cx="73152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3200400"/>
            <a:ext cx="3675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Meerdere dia's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65192" y="3566160"/>
            <a:ext cx="36758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GroupDocs Cloud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Samenvoegen in de cloud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GroupDocs API Initialiseren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338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241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Inloggegevens geladen uit omgevingsvariabelen.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700784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59105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FileApi-client aangemaakt voor uploaden &amp; downloaden.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2267712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157984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DocumentApi-client aangemaakt voor de samenvoegbewerking.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" y="283464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72491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Ontbrekende variabele → MissingEnvironmentVariableError.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401568"/>
            <a:ext cx="8229600" cy="1280160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3529584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GROUPDOCS_CLIENT_ID</a:t>
            </a:r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os.getenv('GROUPDOCS_CLIENT_ID')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GROUPDOCS_CLIENT_SECRET</a:t>
            </a:r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os.getenv('GROUPDOCS_CLIENT_SECRET')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file_api = FileApi(config)</a:t>
            </a:r>
            <a:pPr indent="0" marL="0">
              <a:buNone/>
            </a:pPr>
            <a:r>
              <a:rPr lang="en-US" sz="11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doc_api = DocumentApi(config)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Uploaden van Sjablonen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338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241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.pptx-bestanden gelijktijdig geüpload via ThreadPoolExecutor (20 workers).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7472" y="170078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59105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Willekeurige wachttijd 0–3 seconden per upload om API-throttling te voorkomen.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7472" y="226771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157984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bestand krijgt uniek cloudpad op basis van de laatste drie mapniveaus.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7472" y="283464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72491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Mislukte upload → gehele proces direct gestopt.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97280" y="3858768"/>
            <a:ext cx="109728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97280" y="390448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78608" y="4178808"/>
            <a:ext cx="109728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78608" y="422452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059936" y="3675888"/>
            <a:ext cx="109728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059936" y="3721608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541264" y="4270248"/>
            <a:ext cx="109728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41264" y="43159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022592" y="3950208"/>
            <a:ext cx="109728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022592" y="399592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14400" y="4681728"/>
            <a:ext cx="7315200" cy="36576"/>
          </a:xfrm>
          <a:prstGeom prst="rect">
            <a:avLst/>
          </a:prstGeom>
          <a:solidFill>
            <a:srgbClr val="6B9AB8"/>
          </a:solidFill>
          <a:ln w="12700">
            <a:solidFill>
              <a:srgbClr val="6B9AB8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Samenvoegen in de Cloud (GroupDocs)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338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241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Geüploade bestanden gebundeld in een JoinOptions-object.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700784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59105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DocumentApi.join() aangeroepen voor samenvoegbewerking aan serverzijde.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2267712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157984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Resultaat opgeslagen in de cloud:  Output/{timestamp}.pptx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" y="283464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72491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van 600 seconden ingesteld voor de bewerking.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01568"/>
            <a:ext cx="96012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3401568"/>
            <a:ext cx="960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417320" y="3401568"/>
            <a:ext cx="96012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417320" y="3401568"/>
            <a:ext cx="960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0" y="3401568"/>
            <a:ext cx="96012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60320" y="3401568"/>
            <a:ext cx="960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03320" y="36118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4343400" y="3310128"/>
            <a:ext cx="1920240" cy="109728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343400" y="3310128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GroupDocs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Merge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36118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6995160" y="3401568"/>
            <a:ext cx="173736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5160" y="340156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.pptx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11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Downloaden van het Resultaat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338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241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 gedownload via FileApi.download_file() na succesvolle merge.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70078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59105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Tijdelijk opgeslagen als  generated/{uuid}.pptx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226771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157984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Geldigheid downloadpad gecontroleerd vóór wegschrijven.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" y="283464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72491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Mislukte download → PptxMergeError gegenereerd.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401568"/>
            <a:ext cx="8229600" cy="1280160"/>
          </a:xfrm>
          <a:prstGeom prst="rect">
            <a:avLst/>
          </a:prstGeom>
          <a:solidFill>
            <a:srgbClr val="02182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3529584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= FileApi.download_file(output_path)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validate_path(download_path)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save_to(</a:t>
            </a:r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f"generated/{uuid}.pptx"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4A7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PptxMergeError bij mislukking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van het Eindresultaat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338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241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Binaire inhoud van gedownload PPTX-bestand ingelezen.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8196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7099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Nieuwe SHA-256-hash berekend → wordt de skeleton_hash.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2560320" cy="128016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468880"/>
            <a:ext cx="256032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3347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Bestandsnaam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017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generated/{skeleton_hash}.pptx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2468880"/>
            <a:ext cx="2560320" cy="128016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2468880"/>
            <a:ext cx="256032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63347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Cache-sleutel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3017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Primaire sleutel in MongoDB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2468880"/>
            <a:ext cx="2560320" cy="128016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2468880"/>
            <a:ext cx="256032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263347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Referentie-ID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26480" y="3017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toekomstige downloads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913632"/>
            <a:ext cx="8229600" cy="822960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" y="4041648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= open(tmp_path,'rb').read()</a:t>
            </a:r>
            <a:pPr indent="0" marL="0">
              <a:buNone/>
            </a:pPr>
            <a:r>
              <a:rPr lang="en-US" sz="11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  </a:t>
            </a:r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skeleton_hash = sha256(content).hexdigest()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 Definitief Opslaan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338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241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Tijdelijk bestand hernoemd en verplaatst naar permanente locatie.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8196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7099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Bestandsnaam volledig gebaseerd op de inhoudshash.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25054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3957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Identieke inhoud → altijd dezelfde bestandsnaam, ongeacht aanvraagtijdstip.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3474720" cy="1280160"/>
          </a:xfrm>
          <a:prstGeom prst="rect">
            <a:avLst/>
          </a:prstGeom>
          <a:solidFill>
            <a:srgbClr val="0A3A5C"/>
          </a:solidFill>
          <a:ln w="12700">
            <a:solidFill>
              <a:srgbClr val="6B9A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299923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Tijdelijk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generated/{uuid}.pptx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33832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  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303520" y="2971800"/>
            <a:ext cx="3474720" cy="128016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03520" y="2971800"/>
            <a:ext cx="34747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299008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0" y="32918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generated/{skeleton_hash}.pptx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Bijwerken — Status: Completed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338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241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MongoDB-record bijgewerkt van status "processing" → "completed".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8196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7099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Velden toegevoegd: skeleton_hash en file_path.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25054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3957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toekomstige identieke verzoeken worden als cache hit beantwoord.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1783080"/>
          </a:xfrm>
          <a:prstGeom prst="rect">
            <a:avLst/>
          </a:prstGeom>
          <a:solidFill>
            <a:srgbClr val="02182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3054096"/>
            <a:ext cx="7863840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$set: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"status":        </a:t>
            </a:r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"completed"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"skeleton_hash": </a:t>
            </a:r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skeleton_hash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"file_path":     </a:t>
            </a:r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permanent_path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19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Definitief Antwoord Terugsturen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338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2412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Voltooid record opgehaald; MongoDB-velden omgezet naar JSON-formaat.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1920240"/>
            <a:ext cx="7315200" cy="2788920"/>
          </a:xfrm>
          <a:prstGeom prst="rect">
            <a:avLst/>
          </a:prstGeom>
          <a:solidFill>
            <a:srgbClr val="02182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15568" y="2048256"/>
            <a:ext cx="6949440" cy="2532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"cached": </a:t>
            </a:r>
            <a:pPr indent="0" marL="0">
              <a:buNone/>
            </a:pPr>
            <a:r>
              <a:rPr lang="en-US" sz="1150" b="1" dirty="0">
                <a:solidFill>
                  <a:srgbClr val="E55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"skeleton_hash": </a:t>
            </a:r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"abc123..."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"file_path": </a:t>
            </a:r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"generated/abc123....pptx"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"slides": </a:t>
            </a:r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["Front slide", "Summary"]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"created_at": </a:t>
            </a:r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"2026-03-12T10:00:00+00:00"</a:t>
            </a:r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"status": </a:t>
            </a:r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"completed"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9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API-endpoints — Overzicht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560320"/>
                <a:gridCol w="45720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Beschrijving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/saved_layouts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Geeft alle beschikbare sjablonen en layouts terug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/generate-skeleton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Genereert samengevoegde PPTX op basis van dialijst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D8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/skeletons/{hash}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Downloadt het gegenereerde PPTX-bestand via hash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886200"/>
            <a:ext cx="8412480" cy="68580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" y="395020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Volledige API-documentatie via Swagger UI: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669280" y="395020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http://localhost:8000/docs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Foutafhandeling &amp; Uitzonderingen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280160"/>
                <a:gridCol w="36576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Uitzondering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HTTP-code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Oorzaak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8D8E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InvalidLayoutError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Lege of ongeldige invoerlijst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8D8E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ValueError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Verkeerde invoerindeling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8D8E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SlideNotFoundError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Dianaam bestaat niet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8D8E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TemplateNotFoundError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PPTX-sjabloonbestand ontbreekt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8D8E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FileNotFoundError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Bestand niet gevonden op schijf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8D8E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MissingEnvironmentVariableError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55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Ontbrekende API-inloggegevens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8D8E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PptxMergeError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55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8E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GroupDocs API-fout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Prestatiewinst door Caching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24128"/>
            <a:ext cx="8412480" cy="777240"/>
          </a:xfrm>
          <a:prstGeom prst="rect">
            <a:avLst/>
          </a:prstGeom>
          <a:solidFill>
            <a:srgbClr val="0A3A5C"/>
          </a:solidFill>
          <a:ln w="12700">
            <a:solidFill>
              <a:srgbClr val="6B9A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51560"/>
            <a:ext cx="79552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caching: elk verzoek doorloopt de volledige GroupDocs-pipeline → uploaden, samenvoegen, downloaden.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029968"/>
            <a:ext cx="3977640" cy="118872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29968"/>
            <a:ext cx="39776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579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 verzoek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5328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pipeline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~10–30 seconden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2029968"/>
            <a:ext cx="3977640" cy="118872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2029968"/>
            <a:ext cx="397764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1579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Herhaalverzoek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25328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 DB-query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~milliseconden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447288"/>
            <a:ext cx="3977640" cy="1188720"/>
          </a:xfrm>
          <a:prstGeom prst="rect">
            <a:avLst/>
          </a:prstGeom>
          <a:solidFill>
            <a:srgbClr val="0A3A5C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447288"/>
            <a:ext cx="397764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5753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Kostenbesparing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395020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GroupDocs-aanroepen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identieke combinaties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3447288"/>
            <a:ext cx="3977640" cy="1188720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447288"/>
            <a:ext cx="39776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5753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Schaalbaarheid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95020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claim voorkomt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dubbele verwerking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Conclusie — Wat hebben we bereikt?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24128"/>
            <a:ext cx="8412480" cy="603504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24128"/>
            <a:ext cx="73152" cy="6035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197864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078992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Gelaagde architectuur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1078992"/>
            <a:ext cx="4663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scheiding van verantwoordelijkheden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755648"/>
            <a:ext cx="8412480" cy="603504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755648"/>
            <a:ext cx="73152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1929384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1810512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Content-gebaseerde caching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0" y="1810512"/>
            <a:ext cx="4663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zorgt voor consistentie en snelheid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487168"/>
            <a:ext cx="8412480" cy="603504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487168"/>
            <a:ext cx="73152" cy="6035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660904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2542032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Concurrency-veilig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2542032"/>
            <a:ext cx="4663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MongoDB's atomaire bewerkingen voor gelijktijdige verzoeken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218688"/>
            <a:ext cx="8412480" cy="603504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218688"/>
            <a:ext cx="73152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392424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273552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Cloudintegratie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31920" y="3273552"/>
            <a:ext cx="4663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GroupDocs maakt schaalbare samenvoegbewerkingen mogelijk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950208"/>
            <a:ext cx="8412480" cy="603504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950208"/>
            <a:ext cx="73152" cy="6035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4123944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005072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Uitgebreide foutafhandeling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931920" y="4005072"/>
            <a:ext cx="4663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Duidelijke foutmeldingen op elk niveau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468172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service is productieklaar, goed gedocumenteerd en eenvoudig uitbreidbaar.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28016" cy="48143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Bedankt voor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aandacht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8046720" cy="594360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35915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"Van afzonderlijke sjablonen naar een complete presentatie — automatisch, snel en betrouwbaar."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8229600" cy="329184"/>
          </a:xfrm>
          <a:prstGeom prst="rect">
            <a:avLst/>
          </a:prstGeom>
          <a:solidFill>
            <a:srgbClr val="0A3A5C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0896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API-documentatie: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80360" y="3108960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http://localhost:8000/docs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93008"/>
            <a:ext cx="8229600" cy="329184"/>
          </a:xfrm>
          <a:prstGeom prst="rect">
            <a:avLst/>
          </a:prstGeom>
          <a:solidFill>
            <a:srgbClr val="06284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4930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80360" y="3493008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AlphaRainbow / skeletonService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877056"/>
            <a:ext cx="8229600" cy="329184"/>
          </a:xfrm>
          <a:prstGeom prst="rect">
            <a:avLst/>
          </a:prstGeom>
          <a:solidFill>
            <a:srgbClr val="0A3A5C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7705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80360" y="3877056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mehdi.samardan@alpharainbow.nl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61104"/>
            <a:ext cx="8229600" cy="329184"/>
          </a:xfrm>
          <a:prstGeom prst="rect">
            <a:avLst/>
          </a:prstGeom>
          <a:solidFill>
            <a:srgbClr val="06284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26110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Gepresenteerd door: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80360" y="4261104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 Samardan  |  12 maart 2026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Service  |  AlphaRainbow  |  Mehdi Samardan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 &amp; Discussie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Heeft u vragen?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8412480" cy="512064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64208"/>
            <a:ext cx="73152" cy="5120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801368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013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6112" y="1700784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wordt de cache ongeldig gemaakt wanneer een sjabloon wordt bijgewerkt?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8412480" cy="512064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286000"/>
            <a:ext cx="73152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42316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23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2322576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schaalbaarheidsmogelijkheden zijn er voor hogere belasting?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2907792"/>
            <a:ext cx="8412480" cy="512064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907792"/>
            <a:ext cx="73152" cy="5120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044952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449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6112" y="294436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worden de GroupDocs-kosten gemonitord en beheerst?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3529584"/>
            <a:ext cx="8412480" cy="512064"/>
          </a:xfrm>
          <a:prstGeom prst="rect">
            <a:avLst/>
          </a:prstGeom>
          <a:solidFill>
            <a:srgbClr val="0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529584"/>
            <a:ext cx="73152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666744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6667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96112" y="3566160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het mogelijk om andere bestandsformaten (PDF, DOCX) te ondersteunen?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65760" y="4151376"/>
            <a:ext cx="8412480" cy="512064"/>
          </a:xfrm>
          <a:prstGeom prst="rect">
            <a:avLst/>
          </a:prstGeom>
          <a:solidFill>
            <a:srgbClr val="0A3A5C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151376"/>
            <a:ext cx="73152" cy="5120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288536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288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96112" y="418795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wordt de beveiliging van de API-endpoints gewaarborgd?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Skeleton Service</dc:title>
  <dc:subject>PptxGenJS Presentation</dc:subject>
  <dc:creator>PptxGenJS</dc:creator>
  <cp:lastModifiedBy>PptxGenJS</cp:lastModifiedBy>
  <cp:revision>1</cp:revision>
  <dcterms:created xsi:type="dcterms:W3CDTF">2026-03-11T10:33:41Z</dcterms:created>
  <dcterms:modified xsi:type="dcterms:W3CDTF">2026-03-11T10:33:41Z</dcterms:modified>
</cp:coreProperties>
</file>