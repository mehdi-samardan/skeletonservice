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"/>
            <a:ext cx="128016" cy="48874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PowerPoint-generatie via een slimme cloudpipeline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772400" cy="155448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944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Gepresenteerd door: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maart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7856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7856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AlphaRainbow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Inhoudsopgave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87552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051560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051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04241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 &amp; Doelstelling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060704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060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–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63624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563624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1627632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6276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161848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Systeemarchitectuur &amp; Techstack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1636776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636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– 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39696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39696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203704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2037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21945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Stap voor Stap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2212848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8 – 22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15768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715768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2779776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7797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" y="27706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 &amp; Uitzonderingen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52360" y="2788920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23 – 24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291840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3355848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3558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334670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3364992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33649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867912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3867912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" y="3931920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9319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7552" y="39227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Prestatiewinst door Caching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52360" y="3941064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9410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443984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4443984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4507992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5079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87552" y="44988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&amp; Afsluiting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52360" y="4517136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45171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27 –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 — Wat is Skeleton Service?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515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is een professionele FastAPI-microservice die op verzoek samengevoegde PowerPoint-presentaties genereert vanuit individuele dia-sjablonen.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1945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Ontwikkeld als herbruikbare presentatiegenerator voor externe applicaties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8803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Ondersteunt meerdere taalvarianten in sjabloonmetadata (NL / EN)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35661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74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stateless HTTP-service met cloudintegratie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Gebouwd met schaalbaarheid en herbruikbaarheid als kernprincipes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Doelstelling — Waarom is dit project gebouwd?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handmatig samenstellen van PowerPoint-presentaties kost veel tijd en is foutgevoelig.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lost dit op door: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977640" cy="114300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57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423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Sjablonen automatisch selecteren en samenvoegen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3977640" cy="11430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20240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057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2423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Identieke verzoeken direct beantwoorden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977640" cy="114300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Besparen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Cloudkosten vermijden via slimme cachelogica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3977640" cy="11430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91840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presentatiestructuur voor alle gebruikers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Systeemarchitectuur — Hoe is het systeem opgebouwd?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2412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024128"/>
            <a:ext cx="91440" cy="548640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02412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HTTP-verzoek (Client)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175564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1755648"/>
            <a:ext cx="914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75564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API-laag  (routes.py)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248716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2487168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48716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Servicelaag  (skeleton_service / ppt_service / hash_service)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30358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21868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218688"/>
            <a:ext cx="914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21868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Repository-laag  (skeleton_repository.py)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395020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0" y="3950208"/>
            <a:ext cx="914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9502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+  GroupDocs Cloud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laag heeft één verantwoordelijkheid en communiceert alleen met de laag direct boven of onder zich.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 &amp;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 (ASGI)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&amp; statusbeheer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Merge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GroupDocs Merger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 samenvoegen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(hashlib)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Inhoudsvingerafdruk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Invoervalidatie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Pakketbeheer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Afhankelijkheden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Volledige implementatie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Opslagstructuur — Hoe zijn bestanden georganiseerd?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15568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storage/
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layouts/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saved/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← Voorgedefinieerde dialijsten (YAML)
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Full report.yaml
│       ├── One pager.yaml
│       └── PPG report.yaml
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templates/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← Individuele dia-sjablonen
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*.pptx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PowerPoint-bestand (één dia)
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*.yaml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Metadata &amp; tekstvelden
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PPG/  ├── APE/  └── KMDA/
</a:t>
            </a:r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
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{skeleton_hash}.pptx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Gegenereerde bestanden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Opstarten van de Service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Levenscyclusbeheerder (lifespan) wordt geactiveerd bij het opstarten.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7373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459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met MongoDB Atlas via de MONGO_URI omgevingsvariabele.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3591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6771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opgeslagen als singleton in het geheugen.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298094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9504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is bereikbaar op http://localhost:8000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36027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1129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afsluiten: databaseverbinding automatisch en veilig beëindigd.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Verzoek Ontvangen — Client stuurt HTTP POST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stuurt een HTTP POST-verzoek naar:  POST /generate-skeleton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Pydantic-model GenerateSkeletonRequest valideert het verzoek direct.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lijst of ontbrekend veld → HTTP 400 foutmelding.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2898648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/generate-skeleton
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"slides": ["Front slide", "PPG/NPS motivation", "Summary"]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van Dianamen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invoer is een lijst (geen enkel getal of string).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lijst bevat minimaal één element.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element is een niet-lege string zonder witruimte.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172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815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controle → InvalidLayoutError → HTTP 400 met foutomschrijving.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84048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73152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15468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Geldige invoer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520440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"Front slide"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"PPG/NPS motivation"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063240"/>
            <a:ext cx="384048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063240"/>
            <a:ext cx="73152" cy="128016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15468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Ongeldige invoer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520440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 (lege lijst)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  (lege string)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getal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per Dia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.pptx-sjabloonbestand geopend vanuit storage/templates/.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binaire inhoud ingelezen → SHA-256-hash berekend.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bestaat niet → TemplateNotFoundError gegenereerd.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169164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2807208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"Front slide"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"a1b2c3d4e5f6...",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"Summary"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"9f8e7d6c5b4a..."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Cachecontrole in MongoDB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doorzocht op record met exact dezelfde diaslijst (volgorde belangrijk) én hashwaarden.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841248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gevonden,  status: "completed"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→ direct antwoord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record gevonden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 record, status: "processing"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gevonden,  status: "processing"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verzoek → uitzondering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— Direct antwoord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 record gevonden → alle generatiestappen volledig overgeslagen.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Aanzienlijke tijds- en kostenbesparing bij herhaalde verzoeken.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194560"/>
            <a:ext cx="6400800" cy="237744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72768" y="2304288"/>
            <a:ext cx="6035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"skeleton_hash"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"abc123...",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"file_path"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"generated/abc123....pptx",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"completed"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— Speciaal geval: één dia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heeft slechts één dianaam opgegeven → samenvoegen niet nodig.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Sjabloonbestand rechtstreeks gekopieerd naar generated/ zonder GroupDocs.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Bespaart tijd, cloudkosten en vermijdt onnodige netwerkverzoeken.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84048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0040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aangevraagd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kopiëren naar generated/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Geen API-aanroep nodig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384048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08960"/>
            <a:ext cx="73152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20040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dia's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0912" y="3566160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Samenvoegen in de cloud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API Initialiseren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Inloggegevens geladen uit omgevingsvariabelen.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FileApi-client aangemaakt voor uploaden &amp; downloaden.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DocumentApi-client aangemaakt voor de samenvoegbewerking.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1729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815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variabele → MissingEnvironmentVariableError.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2801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17296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GROUPDOCS_CLIENT_ID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os.getenv('GROUPDOCS_CLIENT_ID')
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GROUPDOCS_CLIENT_SECRET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os.getenv('GROUPDOCS_CLIENT_SECRET')
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file_api = FileApi(config)   |   doc_api = DocumentApi(config)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Uploaden van Sjablonen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.pptx-bestanden gelijktijdig geüpload via ThreadPoolExecutor (20 workers).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Willekeurige wachttijd 0–3 seconden per upload om API-throttling te voorkomen.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bestand krijgt uniek cloudpad op basis van de laatste drie mapniveaus.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172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815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upload → gehele proces direct gestopt.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3749040"/>
            <a:ext cx="10972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794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8608" y="4114800"/>
            <a:ext cx="109728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59936" y="3474720"/>
            <a:ext cx="109728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59936" y="3520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41264" y="420624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41264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22592" y="3840480"/>
            <a:ext cx="10972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22592" y="3886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663440"/>
            <a:ext cx="7315200" cy="36576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 (GroupDocs)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Geüploade bestanden gebundeld in een JoinOptions-object.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DocumentApi.join() aangeroepen voor samenvoegbewerking aan serverzijde.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opgeslagen in de cloud: Output/{timestamp}.pptx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1729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815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van 600 seconden ingesteld voor de bewerking.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9601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291840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17320" y="3291840"/>
            <a:ext cx="9601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3291840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3291840"/>
            <a:ext cx="9601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291840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389120" y="3200400"/>
            <a:ext cx="201168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0" y="320040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GroupDocs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Merge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132320" y="3291840"/>
            <a:ext cx="164592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3291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Downloaden van het Resultaat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gedownload via FileApi.download_file() na succesvolle merge.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opgeslagen als generated/{uuid}.pptx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Geldigheid downloadpad gecontroleerd vóór wegschrijven.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3172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815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download → PptxMergeError gegenereerd.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127248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FileApi.download_file(output_path)
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validate_path(download_path)
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save_to(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f"generated/{uuid}.pptx"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PptxMergeError bij mislukking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van het Eindresultaat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inhoud van gedownload PPTX-bestand ingelezen.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SHA-256-hash berekend → wordt de skeleton_hash.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256032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2944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generated/{skeleton_hash}.pptx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423160"/>
            <a:ext cx="256032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42316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Cache-sleutel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2944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sleutel in MongoDB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23160"/>
            <a:ext cx="256032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42316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Referentie-ID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44768" y="2944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toekomstige downloadverzoeken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390448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open(tmp_path,'rb').read()  | 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 = sha256(content).hexdigest()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Definitief Opslaan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bestand hernoemd en verplaatst naar permanente locatie.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 volledig gebaseerd op de inhoudshash.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Identieke inhoud → altijd dezelfde bestandsnaam, ongeacht aanvraagtijdstip.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47472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834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generated/{uuid}.pptx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246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 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0" y="2834640"/>
            <a:ext cx="347472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2834640"/>
            <a:ext cx="3474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852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1821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generated/{skeleton_hash}.pptx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Bijwerken — Status: Completed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MongoDB-record bijgewerkt van status "processing" → "completed".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toegevoegd: skeleton_hash en file_path.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871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toekomstige identieke verzoeken worden nu direct als cache hit beantwoord.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69164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2852928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$set: {
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      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   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permanent_path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Definitief Antwoord Terugsturen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 record opgehaald; MongoDB-velden omgezet naar JSON-formaat.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920240"/>
            <a:ext cx="7315200" cy="274320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5568" y="2029968"/>
            <a:ext cx="6949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"skeleton_hash"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"abc123...",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"file_path"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"generated/abc123....pptx",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"slides"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["Front slide", "Summary"],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"created_at"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"2026-03-11T10:00:00+00:00",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"completed"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 — Overzicht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/saved_layouts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Geeft alle beschikbare sjablonen en layouts terug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/generate-skeleton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Genereert samengevoegde PPTX op basis van dialijst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/skeletons/{hash}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Downloadt het gegenereerde PPTX-bestand via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39502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Volledige API-documentatie beschikbaar via Swagger UI: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39502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http://localhost:8000/docs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 &amp; Uitzonderingen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3657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Uitzondering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Oorzaak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InvalidLayoutError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 of ongeldige invoerlijst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Verkeerde invoerindeling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SlideNotFoundError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Dianaam bestaat niet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TemplateNotFoundError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PPTX-sjabloonbestand ontbreekt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Bestand niet gevonden op schijf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MissingEnvironmentVariableError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55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Ontbrekende API-inloggegevens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PptxMergeError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55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GroupDocs API-fout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Prestatiewinst door Caching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8412480" cy="86868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24128"/>
            <a:ext cx="73152" cy="868680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33856"/>
            <a:ext cx="8156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caching: elk verzoek doorloopt de volledige GroupDocs-pipeline → uploaden, samenvoegen, downloaden.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84832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 verzoek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587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~10–30 seconden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084832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12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Herhaalverzoek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587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DB-query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~milliseconden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02152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02152"/>
            <a:ext cx="39776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30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Kostenbesparing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GroupDocs-aanroepen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identieke combinaties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502152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502152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630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Schaalbaarheid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4005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 voorkomt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dubbele verwerking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— Wat hebben we bereikt?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2412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887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06984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Gelaagde architectuur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06984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scheiding van verantwoordelijkheden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55648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202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80136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Content-gebaseerde caching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180136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zorgt voor consistentie en snelheid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8716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65176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53288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Concurrency-veilig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5328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MongoDB's atomaire bewerkingen voor gelijktijdige verzoeken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18688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832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6440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Cloudintegratie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26440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maakt schaalbare samenvoegbewerkingen mogelijk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5020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1148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99592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Uitgebreide foutafhandeling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399592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foutmeldingen op elk niveau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is productieklaar, goed gedocumenteerd en eenvoudig uitbreidbaar.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28016" cy="4814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 voor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aandacht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046720" cy="5943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5915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"Van afzonderlijke sjablonen naar een complete presentatie — automatisch, snel en betrouwbaar."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329184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API-documentatie: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310896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solidFill>
            <a:srgbClr val="06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49300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AlphaRainbow / skeletonService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8229600" cy="329184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770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87705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mehdi.samardan@alpharainbow.nl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8229600" cy="329184"/>
          </a:xfrm>
          <a:prstGeom prst="rect">
            <a:avLst/>
          </a:prstGeom>
          <a:solidFill>
            <a:srgbClr val="06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611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Gepresenteerd door: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26110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  |  11 maart 2026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&amp; Discussie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u vragen?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7315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0136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700784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wordt de cache ongeldig gemaakt wanneer een sjabloon wordt bijgewerkt?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86000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231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23225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schaalbaarheidsmogelijkheden zijn er voor hogere belasting?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907792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07792"/>
            <a:ext cx="7315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44952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" y="2944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worden de GroupDocs-kosten gemonitord en beheerst?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529584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29584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667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66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" y="356616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mogelijk om andere bestandsformaten (PDF, DOCX) te ondersteunen?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151376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51376"/>
            <a:ext cx="7315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88536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88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" y="418795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wordt de beveiliging van de API-endpoints gewaarborgd?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Service</dc:title>
  <dc:subject>PptxGenJS Presentation</dc:subject>
  <dc:creator>PptxGenJS</dc:creator>
  <cp:lastModifiedBy>PptxGenJS</cp:lastModifiedBy>
  <cp:revision>1</cp:revision>
  <dcterms:created xsi:type="dcterms:W3CDTF">2026-03-11T10:14:10Z</dcterms:created>
  <dcterms:modified xsi:type="dcterms:W3CDTF">2026-03-11T10:14:10Z</dcterms:modified>
</cp:coreProperties>
</file>